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notesSlides/notesSlide12.xml" ContentType="application/vnd.openxmlformats-officedocument.presentationml.notesSlide+xml"/>
  <Override PartName="/ppt/ink/ink11.xml" ContentType="application/inkml+xml"/>
  <Override PartName="/ppt/notesSlides/notesSlide13.xml" ContentType="application/vnd.openxmlformats-officedocument.presentationml.notesSlide+xml"/>
  <Override PartName="/ppt/ink/ink12.xml" ContentType="application/inkml+xml"/>
  <Override PartName="/ppt/notesSlides/notesSlide14.xml" ContentType="application/vnd.openxmlformats-officedocument.presentationml.notesSlide+xml"/>
  <Override PartName="/ppt/ink/ink13.xml" ContentType="application/inkml+xml"/>
  <Override PartName="/ppt/notesSlides/notesSlide15.xml" ContentType="application/vnd.openxmlformats-officedocument.presentationml.notesSlide+xml"/>
  <Override PartName="/ppt/ink/ink14.xml" ContentType="application/inkml+xml"/>
  <Override PartName="/ppt/notesSlides/notesSlide16.xml" ContentType="application/vnd.openxmlformats-officedocument.presentationml.notesSlide+xml"/>
  <Override PartName="/ppt/ink/ink15.xml" ContentType="application/inkml+xml"/>
  <Override PartName="/ppt/notesSlides/notesSlide17.xml" ContentType="application/vnd.openxmlformats-officedocument.presentationml.notesSlide+xml"/>
  <Override PartName="/ppt/ink/ink16.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93" r:id="rId3"/>
    <p:sldId id="257" r:id="rId4"/>
    <p:sldId id="291" r:id="rId5"/>
    <p:sldId id="258" r:id="rId6"/>
    <p:sldId id="305" r:id="rId7"/>
    <p:sldId id="306" r:id="rId8"/>
    <p:sldId id="307" r:id="rId9"/>
    <p:sldId id="304" r:id="rId10"/>
    <p:sldId id="294" r:id="rId11"/>
    <p:sldId id="295" r:id="rId12"/>
    <p:sldId id="296" r:id="rId13"/>
    <p:sldId id="299" r:id="rId14"/>
    <p:sldId id="297" r:id="rId15"/>
    <p:sldId id="301" r:id="rId16"/>
    <p:sldId id="302" r:id="rId17"/>
    <p:sldId id="303" r:id="rId18"/>
    <p:sldId id="298" r:id="rId19"/>
    <p:sldId id="300" r:id="rId20"/>
  </p:sldIdLst>
  <p:sldSz cx="9144000" cy="5143500" type="screen16x9"/>
  <p:notesSz cx="6858000" cy="9144000"/>
  <p:embeddedFontLst>
    <p:embeddedFont>
      <p:font typeface="Arimo" panose="020B0604020202020204" charset="0"/>
      <p:regular r:id="rId22"/>
      <p:bold r:id="rId23"/>
      <p:italic r:id="rId24"/>
      <p:boldItalic r:id="rId25"/>
    </p:embeddedFont>
    <p:embeddedFont>
      <p:font typeface="Bebas Neue" panose="020B0606020202050201" pitchFamily="34" charset="0"/>
      <p:regular r:id="rId26"/>
    </p:embeddedFont>
    <p:embeddedFont>
      <p:font typeface="Nunito Light" pitchFamily="2" charset="0"/>
      <p:regular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2EB6A5-89DB-4761-A5A5-D1205C78C46F}">
  <a:tblStyle styleId="{832EB6A5-89DB-4761-A5A5-D1205C78C46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101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6:32.374"/>
    </inkml:context>
    <inkml:brush xml:id="br0">
      <inkml:brushProperty name="width" value="0.035" units="cm"/>
      <inkml:brushProperty name="height" value="0.03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6:36.541"/>
    </inkml:context>
    <inkml:brush xml:id="br0">
      <inkml:brushProperty name="width" value="0.035" units="cm"/>
      <inkml:brushProperty name="height" value="0.035" units="cm"/>
      <inkml:brushProperty name="color" value="#FFFFFF"/>
    </inkml:brush>
  </inkml:definitions>
  <inkml:trace contextRef="#ctx0" brushRef="#br0">65 101 24575,'0'-4'0,"0"-5"0,0-4 0,-4 0 0,-1-2 0,0-2 0,-2 2 0,-5 4 0,1 7 0,1 8 0,4 7 0,1 2-8191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6:51.888"/>
    </inkml:context>
    <inkml:brush xml:id="br0">
      <inkml:brushProperty name="width" value="0.035" units="cm"/>
      <inkml:brushProperty name="height" value="0.035" units="cm"/>
      <inkml:brushProperty name="color" value="#FFFFFF"/>
    </inkml:brush>
  </inkml:definitions>
  <inkml:trace contextRef="#ctx0" brushRef="#br0">0 51 24575,'1'7'0,"0"0"0,0 0 0,1 0 0,0 0 0,0 0 0,0 0 0,1 0 0,4 7 0,-5-10 0,0 0 0,1 0 0,-1 0 0,1 0 0,0 0 0,0 0 0,0-1 0,1 1 0,-1-1 0,1 0 0,0 0 0,7 4 0,-8-6 0,0 0 0,-1 0 0,1 0 0,0-1 0,0 1 0,0-1 0,-1 0 0,1 0 0,0 0 0,0 0 0,0 0 0,0-1 0,-1 1 0,1-1 0,0 0 0,0 0 0,-1 0 0,1 0 0,0 0 0,-1 0 0,1-1 0,-1 0 0,0 1 0,0-1 0,1 0 0,-1 0 0,0 0 0,2-3 0,-1 1 0,1-1 0,-1 0 0,0 0 0,0 0 0,-1 0 0,1 0 0,-1-1 0,0 1 0,-1-1 0,1 0 0,-1 0 0,1-9 0,-2 11 0,-1-33 0,1 35 0,0 0 0,-1 1 0,1-1 0,0 1 0,-1-1 0,1 0 0,-1 1 0,0-1 0,0 1 0,1 0 0,-1-1 0,0 1 0,0 0 0,0-1 0,0 1 0,-1 0 0,1 0 0,0 0 0,-3-2 0,4 3 0,-1 0 0,1 0 0,0-1 0,-1 1 0,1 0 0,-1 0 0,1 0 0,-1 0 0,1 0 0,-1 0 0,1 0 0,-1 0 0,1 0 0,-1 0 0,1 0 0,-1 0 0,1 0 0,-1 0 0,1 0 0,-1 0 0,1 1 0,0-1 0,-1 0 0,1 0 0,-1 0 0,1 1 0,-1-1 0,1 0 0,0 1 0,-1-1 0,0 1 0,-7 18 0,2 22 0,6-41 0,0 94 0,6-184 0,-9 94 0,-8 12 0,6-17 0,0-15 0,4-2 0,1 4 0,-2 25 0,1-8-52,0 0-1,1-1 1,-1 1-1,0 0 1,-1-1-1,1 1 1,0-1-1,-1 1 1,1-1-1,-1 0 1,0 1-1,0-1 1,0 0-1,0 0 1,0 0-1,0-1 1,0 1-1,-1 0 1,1-1-1,-1 0 1,1 1-1,-1-1 1,1 0-1,-1 0 0,-5 1 1,1-3-6774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7:20.033"/>
    </inkml:context>
    <inkml:brush xml:id="br0">
      <inkml:brushProperty name="width" value="0.1" units="cm"/>
      <inkml:brushProperty name="height" value="0.1" units="cm"/>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7:25.046"/>
    </inkml:context>
    <inkml:brush xml:id="br0">
      <inkml:brushProperty name="width" value="0.1" units="cm"/>
      <inkml:brushProperty name="height" value="0.1" units="cm"/>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5T17:08:26.621"/>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A1260CF2-8B57-E9EE-E1C0-BA02B60DE625}"/>
            </a:ext>
          </a:extLst>
        </p:cNvPr>
        <p:cNvGrpSpPr/>
        <p:nvPr/>
      </p:nvGrpSpPr>
      <p:grpSpPr>
        <a:xfrm>
          <a:off x="0" y="0"/>
          <a:ext cx="0" cy="0"/>
          <a:chOff x="0" y="0"/>
          <a:chExt cx="0" cy="0"/>
        </a:xfrm>
      </p:grpSpPr>
      <p:sp>
        <p:nvSpPr>
          <p:cNvPr id="84" name="Google Shape;84;g4dfce81f19_0_45:notes">
            <a:extLst>
              <a:ext uri="{FF2B5EF4-FFF2-40B4-BE49-F238E27FC236}">
                <a16:creationId xmlns:a16="http://schemas.microsoft.com/office/drawing/2014/main" id="{4EDD9813-571E-411C-3BC0-A08395AB78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4dfce81f19_0_45:notes">
            <a:extLst>
              <a:ext uri="{FF2B5EF4-FFF2-40B4-BE49-F238E27FC236}">
                <a16:creationId xmlns:a16="http://schemas.microsoft.com/office/drawing/2014/main" id="{2E153FF3-1BD0-D117-D11E-C69092C40B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599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27ee146c3c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27ee146c3c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F4DAA5B0-5199-EF19-BCD8-4BCDA8EB5C0E}"/>
            </a:ext>
          </a:extLst>
        </p:cNvPr>
        <p:cNvGrpSpPr/>
        <p:nvPr/>
      </p:nvGrpSpPr>
      <p:grpSpPr>
        <a:xfrm>
          <a:off x="0" y="0"/>
          <a:ext cx="0" cy="0"/>
          <a:chOff x="0" y="0"/>
          <a:chExt cx="0" cy="0"/>
        </a:xfrm>
      </p:grpSpPr>
      <p:sp>
        <p:nvSpPr>
          <p:cNvPr id="139" name="Google Shape;139;g227ee146c3c_0_68:notes">
            <a:extLst>
              <a:ext uri="{FF2B5EF4-FFF2-40B4-BE49-F238E27FC236}">
                <a16:creationId xmlns:a16="http://schemas.microsoft.com/office/drawing/2014/main" id="{5AF52AEB-718D-6217-8C7B-0C8A509B73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27ee146c3c_0_68:notes">
            <a:extLst>
              <a:ext uri="{FF2B5EF4-FFF2-40B4-BE49-F238E27FC236}">
                <a16:creationId xmlns:a16="http://schemas.microsoft.com/office/drawing/2014/main" id="{FF529700-5469-A930-EE78-0F859A9F25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0922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27ee146c3c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7293A580-510D-0ECE-FA3B-CD62C57EC88F}"/>
            </a:ext>
          </a:extLst>
        </p:cNvPr>
        <p:cNvGrpSpPr/>
        <p:nvPr/>
      </p:nvGrpSpPr>
      <p:grpSpPr>
        <a:xfrm>
          <a:off x="0" y="0"/>
          <a:ext cx="0" cy="0"/>
          <a:chOff x="0" y="0"/>
          <a:chExt cx="0" cy="0"/>
        </a:xfrm>
      </p:grpSpPr>
      <p:sp>
        <p:nvSpPr>
          <p:cNvPr id="139" name="Google Shape;139;g227ee146c3c_0_68:notes">
            <a:extLst>
              <a:ext uri="{FF2B5EF4-FFF2-40B4-BE49-F238E27FC236}">
                <a16:creationId xmlns:a16="http://schemas.microsoft.com/office/drawing/2014/main" id="{7EE7EF97-F60C-8627-26BC-F760BDECE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27ee146c3c_0_68:notes">
            <a:extLst>
              <a:ext uri="{FF2B5EF4-FFF2-40B4-BE49-F238E27FC236}">
                <a16:creationId xmlns:a16="http://schemas.microsoft.com/office/drawing/2014/main" id="{4E35E96B-18E3-7BAC-0B80-71F2456E6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6916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CDE4D75-1D4F-31BF-45FA-E4F3B138A00B}"/>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5C09D85F-7B7A-DFFB-7494-9D15E887EE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8D397766-6F1A-2BC1-99C4-0F473C35A4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8243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8567B23-5D62-8D89-E234-A4B5F980530C}"/>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87B4464A-DF29-A874-5A87-432E7EFF1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504D33DB-9410-9C1A-CABF-BF50C7DB0D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9679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DF3B1B85-2F9E-B979-E1D1-57604F0DAA93}"/>
            </a:ext>
          </a:extLst>
        </p:cNvPr>
        <p:cNvGrpSpPr/>
        <p:nvPr/>
      </p:nvGrpSpPr>
      <p:grpSpPr>
        <a:xfrm>
          <a:off x="0" y="0"/>
          <a:ext cx="0" cy="0"/>
          <a:chOff x="0" y="0"/>
          <a:chExt cx="0" cy="0"/>
        </a:xfrm>
      </p:grpSpPr>
      <p:sp>
        <p:nvSpPr>
          <p:cNvPr id="139" name="Google Shape;139;g227ee146c3c_0_68:notes">
            <a:extLst>
              <a:ext uri="{FF2B5EF4-FFF2-40B4-BE49-F238E27FC236}">
                <a16:creationId xmlns:a16="http://schemas.microsoft.com/office/drawing/2014/main" id="{4DC3D63F-4519-349D-2D9B-6873A63D59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27ee146c3c_0_68:notes">
            <a:extLst>
              <a:ext uri="{FF2B5EF4-FFF2-40B4-BE49-F238E27FC236}">
                <a16:creationId xmlns:a16="http://schemas.microsoft.com/office/drawing/2014/main" id="{B7E7B178-0F88-3ED8-2C6F-1E6592AD04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5633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7EC8DC71-A4BD-F515-AF3C-DFF4E824D50C}"/>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EAE06772-0380-28F4-15E2-53E5F4F6D8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0B96EBD6-AB95-B284-9EC0-FFBCA5E8A5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020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7CD4A8E3-0176-CFD7-035B-2AB048190619}"/>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CD57C5EA-2463-365E-DD87-F6C9D6CFE4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D5FCE83D-48A3-1890-5FDF-D99CABA358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4680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FC8B87B-5224-7C20-CFAE-274E8B979C62}"/>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2EB1B156-EB46-4EE4-A2F3-C2D320DDFF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48670539-DF79-4BBD-548F-8CB9BD3CFE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79993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F159E340-E005-5B7F-0DFB-5821CCCB110A}"/>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419A43B5-02B0-A6C4-FDDE-311C98FB77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448B3ACF-AB02-D23D-9066-95391253DE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026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628607C0-3EF7-AE4F-7E6A-52537369FF40}"/>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97C4CC00-98C6-8180-2BB2-1733777279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FE233A7F-5608-D7DF-E682-299BDFD177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0495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DAFF32E6-9773-FF14-E99B-CF5392CE3344}"/>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E2651C84-D931-0043-8A4B-3FF111EEEE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08A0B154-0425-912B-1333-FC7F6F14AD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9747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1ADBE27E-4F2C-40FF-D1F5-BAF6661C28A7}"/>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9ED60465-536E-9C70-3E5F-C7F8477FBA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C1D0F5E0-1F45-CBAE-8A84-DAEDFBA297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4817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7D37B2B-E93F-A35E-3148-AC7C5D7E8BBD}"/>
            </a:ext>
          </a:extLst>
        </p:cNvPr>
        <p:cNvGrpSpPr/>
        <p:nvPr/>
      </p:nvGrpSpPr>
      <p:grpSpPr>
        <a:xfrm>
          <a:off x="0" y="0"/>
          <a:ext cx="0" cy="0"/>
          <a:chOff x="0" y="0"/>
          <a:chExt cx="0" cy="0"/>
        </a:xfrm>
      </p:grpSpPr>
      <p:sp>
        <p:nvSpPr>
          <p:cNvPr id="160" name="Google Shape;160;g227ee146c3c_0_288:notes">
            <a:extLst>
              <a:ext uri="{FF2B5EF4-FFF2-40B4-BE49-F238E27FC236}">
                <a16:creationId xmlns:a16="http://schemas.microsoft.com/office/drawing/2014/main" id="{8CD5C8D0-63C1-D7CB-58BC-6715E54D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27ee146c3c_0_288:notes">
            <a:extLst>
              <a:ext uri="{FF2B5EF4-FFF2-40B4-BE49-F238E27FC236}">
                <a16:creationId xmlns:a16="http://schemas.microsoft.com/office/drawing/2014/main" id="{AC00D216-6F00-4631-0E27-EE359DF82C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8803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AC2FEAD0-366C-9129-7E22-C7ABEEE9197F}"/>
            </a:ext>
          </a:extLst>
        </p:cNvPr>
        <p:cNvGrpSpPr/>
        <p:nvPr/>
      </p:nvGrpSpPr>
      <p:grpSpPr>
        <a:xfrm>
          <a:off x="0" y="0"/>
          <a:ext cx="0" cy="0"/>
          <a:chOff x="0" y="0"/>
          <a:chExt cx="0" cy="0"/>
        </a:xfrm>
      </p:grpSpPr>
      <p:sp>
        <p:nvSpPr>
          <p:cNvPr id="139" name="Google Shape;139;g227ee146c3c_0_68:notes">
            <a:extLst>
              <a:ext uri="{FF2B5EF4-FFF2-40B4-BE49-F238E27FC236}">
                <a16:creationId xmlns:a16="http://schemas.microsoft.com/office/drawing/2014/main" id="{FC438045-1156-4380-1493-9A24CA18FC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27ee146c3c_0_68:notes">
            <a:extLst>
              <a:ext uri="{FF2B5EF4-FFF2-40B4-BE49-F238E27FC236}">
                <a16:creationId xmlns:a16="http://schemas.microsoft.com/office/drawing/2014/main" id="{3B7B90DB-BFE2-6FC6-9911-807C9E5AEC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6945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753A04EA-4FF0-0866-8370-424FB0735D9A}"/>
            </a:ext>
          </a:extLst>
        </p:cNvPr>
        <p:cNvGrpSpPr/>
        <p:nvPr/>
      </p:nvGrpSpPr>
      <p:grpSpPr>
        <a:xfrm>
          <a:off x="0" y="0"/>
          <a:ext cx="0" cy="0"/>
          <a:chOff x="0" y="0"/>
          <a:chExt cx="0" cy="0"/>
        </a:xfrm>
      </p:grpSpPr>
      <p:sp>
        <p:nvSpPr>
          <p:cNvPr id="139" name="Google Shape;139;g227ee146c3c_0_68:notes">
            <a:extLst>
              <a:ext uri="{FF2B5EF4-FFF2-40B4-BE49-F238E27FC236}">
                <a16:creationId xmlns:a16="http://schemas.microsoft.com/office/drawing/2014/main" id="{CCDB526C-C782-07D2-1D25-697FEDA95F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27ee146c3c_0_68:notes">
            <a:extLst>
              <a:ext uri="{FF2B5EF4-FFF2-40B4-BE49-F238E27FC236}">
                <a16:creationId xmlns:a16="http://schemas.microsoft.com/office/drawing/2014/main" id="{035E93FC-C91B-1C07-38A4-D3B439CF1B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9224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002350" y="1025375"/>
            <a:ext cx="5139300" cy="25962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6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38300" y="3621525"/>
            <a:ext cx="4528800" cy="411600"/>
          </a:xfrm>
          <a:prstGeom prst="rect">
            <a:avLst/>
          </a:prstGeom>
          <a:gradFill>
            <a:gsLst>
              <a:gs pos="0">
                <a:schemeClr val="accent2"/>
              </a:gs>
              <a:gs pos="100000">
                <a:schemeClr val="dk2"/>
              </a:gs>
            </a:gsLst>
            <a:lin ang="5400012" scaled="0"/>
          </a:gradFill>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txBox="1">
            <a:spLocks noGrp="1"/>
          </p:cNvSpPr>
          <p:nvPr>
            <p:ph type="subTitle" idx="2"/>
          </p:nvPr>
        </p:nvSpPr>
        <p:spPr>
          <a:xfrm>
            <a:off x="926525" y="232275"/>
            <a:ext cx="555000" cy="210300"/>
          </a:xfrm>
          <a:prstGeom prst="rect">
            <a:avLst/>
          </a:prstGeom>
        </p:spPr>
        <p:txBody>
          <a:bodyPr spcFirstLastPara="1" wrap="square" lIns="91425" tIns="91425" rIns="91425" bIns="91425" anchor="ctr" anchorCtr="0">
            <a:noAutofit/>
          </a:bodyPr>
          <a:lstStyle>
            <a:lvl1pPr lvl="0">
              <a:spcBef>
                <a:spcPts val="0"/>
              </a:spcBef>
              <a:spcAft>
                <a:spcPts val="0"/>
              </a:spcAft>
              <a:buSzPts val="1000"/>
              <a:buFont typeface="Bebas Neue"/>
              <a:buNone/>
              <a:defRPr sz="1000">
                <a:latin typeface="Bebas Neue"/>
                <a:ea typeface="Bebas Neue"/>
                <a:cs typeface="Bebas Neue"/>
                <a:sym typeface="Bebas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 name="Google Shape;12;p2"/>
          <p:cNvSpPr txBox="1">
            <a:spLocks noGrp="1"/>
          </p:cNvSpPr>
          <p:nvPr>
            <p:ph type="subTitle" idx="3"/>
          </p:nvPr>
        </p:nvSpPr>
        <p:spPr>
          <a:xfrm>
            <a:off x="1591406"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 name="Google Shape;13;p2"/>
          <p:cNvSpPr txBox="1">
            <a:spLocks noGrp="1"/>
          </p:cNvSpPr>
          <p:nvPr>
            <p:ph type="subTitle" idx="4"/>
          </p:nvPr>
        </p:nvSpPr>
        <p:spPr>
          <a:xfrm>
            <a:off x="2256288"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 name="Google Shape;14;p2"/>
          <p:cNvSpPr txBox="1">
            <a:spLocks noGrp="1"/>
          </p:cNvSpPr>
          <p:nvPr>
            <p:ph type="subTitle" idx="5"/>
          </p:nvPr>
        </p:nvSpPr>
        <p:spPr>
          <a:xfrm>
            <a:off x="7059175" y="186525"/>
            <a:ext cx="1371600" cy="30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Font typeface="Bebas Neue"/>
              <a:buNone/>
              <a:defRPr>
                <a:solidFill>
                  <a:schemeClr val="lt2"/>
                </a:solidFill>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5" name="Google Shape;15;p2"/>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380400" y="1273525"/>
            <a:ext cx="4445400" cy="17409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6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subTitle" idx="1"/>
          </p:nvPr>
        </p:nvSpPr>
        <p:spPr>
          <a:xfrm>
            <a:off x="2431100" y="3530450"/>
            <a:ext cx="4580400" cy="411600"/>
          </a:xfrm>
          <a:prstGeom prst="rect">
            <a:avLst/>
          </a:prstGeom>
          <a:gradFill>
            <a:gsLst>
              <a:gs pos="0">
                <a:schemeClr val="accent2"/>
              </a:gs>
              <a:gs pos="100000">
                <a:schemeClr val="dk2"/>
              </a:gs>
            </a:gsLst>
            <a:lin ang="5400700" scaled="0"/>
          </a:gradFill>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20" name="Google Shape;20;p3"/>
          <p:cNvSpPr txBox="1">
            <a:spLocks noGrp="1"/>
          </p:cNvSpPr>
          <p:nvPr>
            <p:ph type="title" idx="2" hasCustomPrompt="1"/>
          </p:nvPr>
        </p:nvSpPr>
        <p:spPr>
          <a:xfrm>
            <a:off x="714300" y="1764027"/>
            <a:ext cx="1367400" cy="75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0000"/>
              <a:buNone/>
              <a:defRPr sz="7500"/>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1" name="Google Shape;21;p3"/>
          <p:cNvSpPr txBox="1">
            <a:spLocks noGrp="1"/>
          </p:cNvSpPr>
          <p:nvPr>
            <p:ph type="subTitle" idx="3"/>
          </p:nvPr>
        </p:nvSpPr>
        <p:spPr>
          <a:xfrm>
            <a:off x="926525"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 name="Google Shape;22;p3"/>
          <p:cNvSpPr txBox="1">
            <a:spLocks noGrp="1"/>
          </p:cNvSpPr>
          <p:nvPr>
            <p:ph type="subTitle" idx="4"/>
          </p:nvPr>
        </p:nvSpPr>
        <p:spPr>
          <a:xfrm>
            <a:off x="1591406"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3" name="Google Shape;23;p3"/>
          <p:cNvSpPr txBox="1">
            <a:spLocks noGrp="1"/>
          </p:cNvSpPr>
          <p:nvPr>
            <p:ph type="subTitle" idx="5"/>
          </p:nvPr>
        </p:nvSpPr>
        <p:spPr>
          <a:xfrm>
            <a:off x="2256288"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 name="Google Shape;24;p3"/>
          <p:cNvSpPr txBox="1">
            <a:spLocks noGrp="1"/>
          </p:cNvSpPr>
          <p:nvPr>
            <p:ph type="subTitle" idx="6"/>
          </p:nvPr>
        </p:nvSpPr>
        <p:spPr>
          <a:xfrm>
            <a:off x="7059175" y="186525"/>
            <a:ext cx="1371600" cy="30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Font typeface="Bebas Neue"/>
              <a:buNone/>
              <a:defRPr>
                <a:solidFill>
                  <a:schemeClr val="lt2"/>
                </a:solidFill>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5" name="Google Shape;25;p3"/>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0000" y="539500"/>
            <a:ext cx="4401300" cy="13698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 name="Google Shape;29;p4"/>
          <p:cNvSpPr txBox="1">
            <a:spLocks noGrp="1"/>
          </p:cNvSpPr>
          <p:nvPr>
            <p:ph type="body" idx="1"/>
          </p:nvPr>
        </p:nvSpPr>
        <p:spPr>
          <a:xfrm>
            <a:off x="720000" y="1909375"/>
            <a:ext cx="6233400" cy="26946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Clr>
                <a:schemeClr val="lt2"/>
              </a:buClr>
              <a:buSzPts val="1600"/>
              <a:buChar char="●"/>
              <a:defRPr/>
            </a:lvl1pPr>
            <a:lvl2pPr marL="914400" lvl="1" indent="-317500" rtl="0">
              <a:lnSpc>
                <a:spcPct val="100000"/>
              </a:lnSpc>
              <a:spcBef>
                <a:spcPts val="1000"/>
              </a:spcBef>
              <a:spcAft>
                <a:spcPts val="0"/>
              </a:spcAft>
              <a:buClr>
                <a:schemeClr val="lt2"/>
              </a:buClr>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cxnSp>
        <p:nvCxnSpPr>
          <p:cNvPr id="30" name="Google Shape;30;p4"/>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31" name="Google Shape;31;p4"/>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0000" y="53945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 name="Google Shape;34;p5"/>
          <p:cNvSpPr txBox="1">
            <a:spLocks noGrp="1"/>
          </p:cNvSpPr>
          <p:nvPr>
            <p:ph type="subTitle" idx="1"/>
          </p:nvPr>
        </p:nvSpPr>
        <p:spPr>
          <a:xfrm>
            <a:off x="5055284" y="360874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5" name="Google Shape;35;p5"/>
          <p:cNvSpPr txBox="1">
            <a:spLocks noGrp="1"/>
          </p:cNvSpPr>
          <p:nvPr>
            <p:ph type="subTitle" idx="2"/>
          </p:nvPr>
        </p:nvSpPr>
        <p:spPr>
          <a:xfrm>
            <a:off x="1583300" y="360874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6" name="Google Shape;36;p5"/>
          <p:cNvSpPr txBox="1">
            <a:spLocks noGrp="1"/>
          </p:cNvSpPr>
          <p:nvPr>
            <p:ph type="subTitle" idx="3"/>
          </p:nvPr>
        </p:nvSpPr>
        <p:spPr>
          <a:xfrm>
            <a:off x="5055275" y="33007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700"/>
              <a:buFont typeface="Bebas Neue"/>
              <a:buNone/>
              <a:defRPr sz="2700">
                <a:solidFill>
                  <a:schemeClr val="dk1"/>
                </a:solidFill>
                <a:latin typeface="Bebas Neue"/>
                <a:ea typeface="Bebas Neue"/>
                <a:cs typeface="Bebas Neue"/>
                <a:sym typeface="Bebas Neue"/>
              </a:defRPr>
            </a:lvl1pPr>
            <a:lvl2pPr lvl="1" algn="ctr" rtl="0">
              <a:lnSpc>
                <a:spcPct val="100000"/>
              </a:lnSpc>
              <a:spcBef>
                <a:spcPts val="0"/>
              </a:spcBef>
              <a:spcAft>
                <a:spcPts val="0"/>
              </a:spcAft>
              <a:buSzPts val="2700"/>
              <a:buFont typeface="Bebas Neue"/>
              <a:buNone/>
              <a:defRPr sz="2700">
                <a:latin typeface="Bebas Neue"/>
                <a:ea typeface="Bebas Neue"/>
                <a:cs typeface="Bebas Neue"/>
                <a:sym typeface="Bebas Neue"/>
              </a:defRPr>
            </a:lvl2pPr>
            <a:lvl3pPr lvl="2" algn="ctr" rtl="0">
              <a:lnSpc>
                <a:spcPct val="100000"/>
              </a:lnSpc>
              <a:spcBef>
                <a:spcPts val="0"/>
              </a:spcBef>
              <a:spcAft>
                <a:spcPts val="0"/>
              </a:spcAft>
              <a:buSzPts val="2700"/>
              <a:buFont typeface="Bebas Neue"/>
              <a:buNone/>
              <a:defRPr sz="2700">
                <a:latin typeface="Bebas Neue"/>
                <a:ea typeface="Bebas Neue"/>
                <a:cs typeface="Bebas Neue"/>
                <a:sym typeface="Bebas Neue"/>
              </a:defRPr>
            </a:lvl3pPr>
            <a:lvl4pPr lvl="3" algn="ctr" rtl="0">
              <a:lnSpc>
                <a:spcPct val="100000"/>
              </a:lnSpc>
              <a:spcBef>
                <a:spcPts val="0"/>
              </a:spcBef>
              <a:spcAft>
                <a:spcPts val="0"/>
              </a:spcAft>
              <a:buSzPts val="2700"/>
              <a:buFont typeface="Bebas Neue"/>
              <a:buNone/>
              <a:defRPr sz="2700">
                <a:latin typeface="Bebas Neue"/>
                <a:ea typeface="Bebas Neue"/>
                <a:cs typeface="Bebas Neue"/>
                <a:sym typeface="Bebas Neue"/>
              </a:defRPr>
            </a:lvl4pPr>
            <a:lvl5pPr lvl="4" algn="ctr" rtl="0">
              <a:lnSpc>
                <a:spcPct val="100000"/>
              </a:lnSpc>
              <a:spcBef>
                <a:spcPts val="0"/>
              </a:spcBef>
              <a:spcAft>
                <a:spcPts val="0"/>
              </a:spcAft>
              <a:buSzPts val="2700"/>
              <a:buFont typeface="Bebas Neue"/>
              <a:buNone/>
              <a:defRPr sz="2700">
                <a:latin typeface="Bebas Neue"/>
                <a:ea typeface="Bebas Neue"/>
                <a:cs typeface="Bebas Neue"/>
                <a:sym typeface="Bebas Neue"/>
              </a:defRPr>
            </a:lvl5pPr>
            <a:lvl6pPr lvl="5" algn="ctr" rtl="0">
              <a:lnSpc>
                <a:spcPct val="100000"/>
              </a:lnSpc>
              <a:spcBef>
                <a:spcPts val="0"/>
              </a:spcBef>
              <a:spcAft>
                <a:spcPts val="0"/>
              </a:spcAft>
              <a:buSzPts val="2700"/>
              <a:buFont typeface="Bebas Neue"/>
              <a:buNone/>
              <a:defRPr sz="2700">
                <a:latin typeface="Bebas Neue"/>
                <a:ea typeface="Bebas Neue"/>
                <a:cs typeface="Bebas Neue"/>
                <a:sym typeface="Bebas Neue"/>
              </a:defRPr>
            </a:lvl6pPr>
            <a:lvl7pPr lvl="6" algn="ctr" rtl="0">
              <a:lnSpc>
                <a:spcPct val="100000"/>
              </a:lnSpc>
              <a:spcBef>
                <a:spcPts val="0"/>
              </a:spcBef>
              <a:spcAft>
                <a:spcPts val="0"/>
              </a:spcAft>
              <a:buSzPts val="2700"/>
              <a:buFont typeface="Bebas Neue"/>
              <a:buNone/>
              <a:defRPr sz="2700">
                <a:latin typeface="Bebas Neue"/>
                <a:ea typeface="Bebas Neue"/>
                <a:cs typeface="Bebas Neue"/>
                <a:sym typeface="Bebas Neue"/>
              </a:defRPr>
            </a:lvl7pPr>
            <a:lvl8pPr lvl="7" algn="ctr" rtl="0">
              <a:lnSpc>
                <a:spcPct val="100000"/>
              </a:lnSpc>
              <a:spcBef>
                <a:spcPts val="0"/>
              </a:spcBef>
              <a:spcAft>
                <a:spcPts val="0"/>
              </a:spcAft>
              <a:buSzPts val="2700"/>
              <a:buFont typeface="Bebas Neue"/>
              <a:buNone/>
              <a:defRPr sz="2700">
                <a:latin typeface="Bebas Neue"/>
                <a:ea typeface="Bebas Neue"/>
                <a:cs typeface="Bebas Neue"/>
                <a:sym typeface="Bebas Neue"/>
              </a:defRPr>
            </a:lvl8pPr>
            <a:lvl9pPr lvl="8" algn="ctr" rtl="0">
              <a:lnSpc>
                <a:spcPct val="100000"/>
              </a:lnSpc>
              <a:spcBef>
                <a:spcPts val="0"/>
              </a:spcBef>
              <a:spcAft>
                <a:spcPts val="0"/>
              </a:spcAft>
              <a:buSzPts val="2700"/>
              <a:buFont typeface="Bebas Neue"/>
              <a:buNone/>
              <a:defRPr sz="2700">
                <a:latin typeface="Bebas Neue"/>
                <a:ea typeface="Bebas Neue"/>
                <a:cs typeface="Bebas Neue"/>
                <a:sym typeface="Bebas Neue"/>
              </a:defRPr>
            </a:lvl9pPr>
          </a:lstStyle>
          <a:p>
            <a:endParaRPr/>
          </a:p>
        </p:txBody>
      </p:sp>
      <p:sp>
        <p:nvSpPr>
          <p:cNvPr id="37" name="Google Shape;37;p5"/>
          <p:cNvSpPr txBox="1">
            <a:spLocks noGrp="1"/>
          </p:cNvSpPr>
          <p:nvPr>
            <p:ph type="subTitle" idx="4"/>
          </p:nvPr>
        </p:nvSpPr>
        <p:spPr>
          <a:xfrm>
            <a:off x="1583300" y="33007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700"/>
              <a:buFont typeface="Bebas Neue"/>
              <a:buNone/>
              <a:defRPr sz="2700">
                <a:solidFill>
                  <a:schemeClr val="dk1"/>
                </a:solidFill>
                <a:latin typeface="Bebas Neue"/>
                <a:ea typeface="Bebas Neue"/>
                <a:cs typeface="Bebas Neue"/>
                <a:sym typeface="Bebas Neue"/>
              </a:defRPr>
            </a:lvl1pPr>
            <a:lvl2pPr lvl="1" algn="ctr" rtl="0">
              <a:lnSpc>
                <a:spcPct val="100000"/>
              </a:lnSpc>
              <a:spcBef>
                <a:spcPts val="0"/>
              </a:spcBef>
              <a:spcAft>
                <a:spcPts val="0"/>
              </a:spcAft>
              <a:buSzPts val="2700"/>
              <a:buFont typeface="Bebas Neue"/>
              <a:buNone/>
              <a:defRPr sz="2700">
                <a:latin typeface="Bebas Neue"/>
                <a:ea typeface="Bebas Neue"/>
                <a:cs typeface="Bebas Neue"/>
                <a:sym typeface="Bebas Neue"/>
              </a:defRPr>
            </a:lvl2pPr>
            <a:lvl3pPr lvl="2" algn="ctr" rtl="0">
              <a:lnSpc>
                <a:spcPct val="100000"/>
              </a:lnSpc>
              <a:spcBef>
                <a:spcPts val="0"/>
              </a:spcBef>
              <a:spcAft>
                <a:spcPts val="0"/>
              </a:spcAft>
              <a:buSzPts val="2700"/>
              <a:buFont typeface="Bebas Neue"/>
              <a:buNone/>
              <a:defRPr sz="2700">
                <a:latin typeface="Bebas Neue"/>
                <a:ea typeface="Bebas Neue"/>
                <a:cs typeface="Bebas Neue"/>
                <a:sym typeface="Bebas Neue"/>
              </a:defRPr>
            </a:lvl3pPr>
            <a:lvl4pPr lvl="3" algn="ctr" rtl="0">
              <a:lnSpc>
                <a:spcPct val="100000"/>
              </a:lnSpc>
              <a:spcBef>
                <a:spcPts val="0"/>
              </a:spcBef>
              <a:spcAft>
                <a:spcPts val="0"/>
              </a:spcAft>
              <a:buSzPts val="2700"/>
              <a:buFont typeface="Bebas Neue"/>
              <a:buNone/>
              <a:defRPr sz="2700">
                <a:latin typeface="Bebas Neue"/>
                <a:ea typeface="Bebas Neue"/>
                <a:cs typeface="Bebas Neue"/>
                <a:sym typeface="Bebas Neue"/>
              </a:defRPr>
            </a:lvl4pPr>
            <a:lvl5pPr lvl="4" algn="ctr" rtl="0">
              <a:lnSpc>
                <a:spcPct val="100000"/>
              </a:lnSpc>
              <a:spcBef>
                <a:spcPts val="0"/>
              </a:spcBef>
              <a:spcAft>
                <a:spcPts val="0"/>
              </a:spcAft>
              <a:buSzPts val="2700"/>
              <a:buFont typeface="Bebas Neue"/>
              <a:buNone/>
              <a:defRPr sz="2700">
                <a:latin typeface="Bebas Neue"/>
                <a:ea typeface="Bebas Neue"/>
                <a:cs typeface="Bebas Neue"/>
                <a:sym typeface="Bebas Neue"/>
              </a:defRPr>
            </a:lvl5pPr>
            <a:lvl6pPr lvl="5" algn="ctr" rtl="0">
              <a:lnSpc>
                <a:spcPct val="100000"/>
              </a:lnSpc>
              <a:spcBef>
                <a:spcPts val="0"/>
              </a:spcBef>
              <a:spcAft>
                <a:spcPts val="0"/>
              </a:spcAft>
              <a:buSzPts val="2700"/>
              <a:buFont typeface="Bebas Neue"/>
              <a:buNone/>
              <a:defRPr sz="2700">
                <a:latin typeface="Bebas Neue"/>
                <a:ea typeface="Bebas Neue"/>
                <a:cs typeface="Bebas Neue"/>
                <a:sym typeface="Bebas Neue"/>
              </a:defRPr>
            </a:lvl6pPr>
            <a:lvl7pPr lvl="6" algn="ctr" rtl="0">
              <a:lnSpc>
                <a:spcPct val="100000"/>
              </a:lnSpc>
              <a:spcBef>
                <a:spcPts val="0"/>
              </a:spcBef>
              <a:spcAft>
                <a:spcPts val="0"/>
              </a:spcAft>
              <a:buSzPts val="2700"/>
              <a:buFont typeface="Bebas Neue"/>
              <a:buNone/>
              <a:defRPr sz="2700">
                <a:latin typeface="Bebas Neue"/>
                <a:ea typeface="Bebas Neue"/>
                <a:cs typeface="Bebas Neue"/>
                <a:sym typeface="Bebas Neue"/>
              </a:defRPr>
            </a:lvl7pPr>
            <a:lvl8pPr lvl="7" algn="ctr" rtl="0">
              <a:lnSpc>
                <a:spcPct val="100000"/>
              </a:lnSpc>
              <a:spcBef>
                <a:spcPts val="0"/>
              </a:spcBef>
              <a:spcAft>
                <a:spcPts val="0"/>
              </a:spcAft>
              <a:buSzPts val="2700"/>
              <a:buFont typeface="Bebas Neue"/>
              <a:buNone/>
              <a:defRPr sz="2700">
                <a:latin typeface="Bebas Neue"/>
                <a:ea typeface="Bebas Neue"/>
                <a:cs typeface="Bebas Neue"/>
                <a:sym typeface="Bebas Neue"/>
              </a:defRPr>
            </a:lvl8pPr>
            <a:lvl9pPr lvl="8" algn="ctr" rtl="0">
              <a:lnSpc>
                <a:spcPct val="100000"/>
              </a:lnSpc>
              <a:spcBef>
                <a:spcPts val="0"/>
              </a:spcBef>
              <a:spcAft>
                <a:spcPts val="0"/>
              </a:spcAft>
              <a:buSzPts val="2700"/>
              <a:buFont typeface="Bebas Neue"/>
              <a:buNone/>
              <a:defRPr sz="2700">
                <a:latin typeface="Bebas Neue"/>
                <a:ea typeface="Bebas Neue"/>
                <a:cs typeface="Bebas Neue"/>
                <a:sym typeface="Bebas Neue"/>
              </a:defRPr>
            </a:lvl9pPr>
          </a:lstStyle>
          <a:p>
            <a:endParaRPr/>
          </a:p>
        </p:txBody>
      </p:sp>
      <p:cxnSp>
        <p:nvCxnSpPr>
          <p:cNvPr id="38" name="Google Shape;38;p5"/>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39" name="Google Shape;39;p5"/>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720000" y="53945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cxnSp>
        <p:nvCxnSpPr>
          <p:cNvPr id="42" name="Google Shape;42;p6"/>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43" name="Google Shape;43;p6"/>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1969250" y="2047600"/>
            <a:ext cx="5205300" cy="10482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51" name="Google Shape;51;p8"/>
          <p:cNvSpPr txBox="1">
            <a:spLocks noGrp="1"/>
          </p:cNvSpPr>
          <p:nvPr>
            <p:ph type="subTitle" idx="1"/>
          </p:nvPr>
        </p:nvSpPr>
        <p:spPr>
          <a:xfrm>
            <a:off x="926525"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 name="Google Shape;52;p8"/>
          <p:cNvSpPr txBox="1">
            <a:spLocks noGrp="1"/>
          </p:cNvSpPr>
          <p:nvPr>
            <p:ph type="subTitle" idx="2"/>
          </p:nvPr>
        </p:nvSpPr>
        <p:spPr>
          <a:xfrm>
            <a:off x="1591406"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
          <p:cNvSpPr txBox="1">
            <a:spLocks noGrp="1"/>
          </p:cNvSpPr>
          <p:nvPr>
            <p:ph type="subTitle" idx="3"/>
          </p:nvPr>
        </p:nvSpPr>
        <p:spPr>
          <a:xfrm>
            <a:off x="2256288"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 name="Google Shape;54;p8"/>
          <p:cNvSpPr txBox="1">
            <a:spLocks noGrp="1"/>
          </p:cNvSpPr>
          <p:nvPr>
            <p:ph type="subTitle" idx="4"/>
          </p:nvPr>
        </p:nvSpPr>
        <p:spPr>
          <a:xfrm>
            <a:off x="7059175" y="186525"/>
            <a:ext cx="1371600" cy="30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Font typeface="Bebas Neue"/>
              <a:buNone/>
              <a:defRPr>
                <a:solidFill>
                  <a:schemeClr val="lt2"/>
                </a:solidFill>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55" name="Google Shape;55;p8"/>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2135550" y="1673950"/>
            <a:ext cx="4872900" cy="1460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9" name="Google Shape;59;p9"/>
          <p:cNvSpPr txBox="1">
            <a:spLocks noGrp="1"/>
          </p:cNvSpPr>
          <p:nvPr>
            <p:ph type="subTitle" idx="1"/>
          </p:nvPr>
        </p:nvSpPr>
        <p:spPr>
          <a:xfrm>
            <a:off x="2135550" y="3058350"/>
            <a:ext cx="4872900" cy="411600"/>
          </a:xfrm>
          <a:prstGeom prst="rect">
            <a:avLst/>
          </a:prstGeom>
          <a:gradFill>
            <a:gsLst>
              <a:gs pos="0">
                <a:schemeClr val="accent2"/>
              </a:gs>
              <a:gs pos="100000">
                <a:schemeClr val="dk2"/>
              </a:gs>
            </a:gsLst>
            <a:lin ang="5400700" scaled="0"/>
          </a:gradFill>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60" name="Google Shape;60;p9"/>
          <p:cNvSpPr txBox="1">
            <a:spLocks noGrp="1"/>
          </p:cNvSpPr>
          <p:nvPr>
            <p:ph type="subTitle" idx="2"/>
          </p:nvPr>
        </p:nvSpPr>
        <p:spPr>
          <a:xfrm>
            <a:off x="926525"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 name="Google Shape;61;p9"/>
          <p:cNvSpPr txBox="1">
            <a:spLocks noGrp="1"/>
          </p:cNvSpPr>
          <p:nvPr>
            <p:ph type="subTitle" idx="3"/>
          </p:nvPr>
        </p:nvSpPr>
        <p:spPr>
          <a:xfrm>
            <a:off x="1591406"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9"/>
          <p:cNvSpPr txBox="1">
            <a:spLocks noGrp="1"/>
          </p:cNvSpPr>
          <p:nvPr>
            <p:ph type="subTitle" idx="4"/>
          </p:nvPr>
        </p:nvSpPr>
        <p:spPr>
          <a:xfrm>
            <a:off x="2256288"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 name="Google Shape;63;p9"/>
          <p:cNvSpPr txBox="1">
            <a:spLocks noGrp="1"/>
          </p:cNvSpPr>
          <p:nvPr>
            <p:ph type="subTitle" idx="5"/>
          </p:nvPr>
        </p:nvSpPr>
        <p:spPr>
          <a:xfrm>
            <a:off x="7059175" y="186525"/>
            <a:ext cx="1371600" cy="30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Font typeface="Bebas Neue"/>
              <a:buNone/>
              <a:defRPr>
                <a:solidFill>
                  <a:schemeClr val="lt2"/>
                </a:solidFill>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64" name="Google Shape;64;p9"/>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65" name="Google Shape;65;p9"/>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a:spLocks noGrp="1"/>
          </p:cNvSpPr>
          <p:nvPr>
            <p:ph type="pic" idx="2"/>
          </p:nvPr>
        </p:nvSpPr>
        <p:spPr>
          <a:xfrm>
            <a:off x="0" y="-8100"/>
            <a:ext cx="9144000" cy="5143500"/>
          </a:xfrm>
          <a:prstGeom prst="rect">
            <a:avLst/>
          </a:prstGeom>
          <a:noFill/>
          <a:ln>
            <a:noFill/>
          </a:ln>
        </p:spPr>
      </p:sp>
      <p:sp>
        <p:nvSpPr>
          <p:cNvPr id="68" name="Google Shape;6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9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9"/>
        <p:cNvGrpSpPr/>
        <p:nvPr/>
      </p:nvGrpSpPr>
      <p:grpSpPr>
        <a:xfrm>
          <a:off x="0" y="0"/>
          <a:ext cx="0" cy="0"/>
          <a:chOff x="0" y="0"/>
          <a:chExt cx="0" cy="0"/>
        </a:xfrm>
      </p:grpSpPr>
      <p:sp>
        <p:nvSpPr>
          <p:cNvPr id="70" name="Google Shape;70;p11"/>
          <p:cNvSpPr txBox="1">
            <a:spLocks noGrp="1"/>
          </p:cNvSpPr>
          <p:nvPr>
            <p:ph type="title" hasCustomPrompt="1"/>
          </p:nvPr>
        </p:nvSpPr>
        <p:spPr>
          <a:xfrm>
            <a:off x="1856350" y="1757825"/>
            <a:ext cx="5431200" cy="12162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71" name="Google Shape;71;p11"/>
          <p:cNvSpPr txBox="1">
            <a:spLocks noGrp="1"/>
          </p:cNvSpPr>
          <p:nvPr>
            <p:ph type="subTitle" idx="1"/>
          </p:nvPr>
        </p:nvSpPr>
        <p:spPr>
          <a:xfrm>
            <a:off x="1856350" y="2974100"/>
            <a:ext cx="5431200" cy="411600"/>
          </a:xfrm>
          <a:prstGeom prst="rect">
            <a:avLst/>
          </a:prstGeom>
          <a:gradFill>
            <a:gsLst>
              <a:gs pos="0">
                <a:schemeClr val="accent2"/>
              </a:gs>
              <a:gs pos="100000">
                <a:schemeClr val="dk2"/>
              </a:gs>
            </a:gsLst>
            <a:lin ang="5400700" scaled="0"/>
          </a:gradFill>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72" name="Google Shape;72;p11"/>
          <p:cNvSpPr txBox="1">
            <a:spLocks noGrp="1"/>
          </p:cNvSpPr>
          <p:nvPr>
            <p:ph type="subTitle" idx="2"/>
          </p:nvPr>
        </p:nvSpPr>
        <p:spPr>
          <a:xfrm>
            <a:off x="926525"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subTitle" idx="3"/>
          </p:nvPr>
        </p:nvSpPr>
        <p:spPr>
          <a:xfrm>
            <a:off x="1591406"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 name="Google Shape;74;p11"/>
          <p:cNvSpPr txBox="1">
            <a:spLocks noGrp="1"/>
          </p:cNvSpPr>
          <p:nvPr>
            <p:ph type="subTitle" idx="4"/>
          </p:nvPr>
        </p:nvSpPr>
        <p:spPr>
          <a:xfrm>
            <a:off x="2256288" y="232275"/>
            <a:ext cx="555000" cy="2103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Font typeface="Bebas Neue"/>
              <a:buNone/>
              <a:defRPr sz="1000">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 name="Google Shape;75;p11"/>
          <p:cNvSpPr txBox="1">
            <a:spLocks noGrp="1"/>
          </p:cNvSpPr>
          <p:nvPr>
            <p:ph type="subTitle" idx="5"/>
          </p:nvPr>
        </p:nvSpPr>
        <p:spPr>
          <a:xfrm>
            <a:off x="7059175" y="186525"/>
            <a:ext cx="1371600" cy="30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Font typeface="Bebas Neue"/>
              <a:buNone/>
              <a:defRPr>
                <a:solidFill>
                  <a:schemeClr val="lt2"/>
                </a:solidFill>
                <a:latin typeface="Bebas Neue"/>
                <a:ea typeface="Bebas Neue"/>
                <a:cs typeface="Bebas Neue"/>
                <a:sym typeface="Bebas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76" name="Google Shape;76;p11"/>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11"/>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1"/>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2"/>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4.xml"/><Relationship Id="rId3" Type="http://schemas.openxmlformats.org/officeDocument/2006/relationships/image" Target="../media/image1.png"/><Relationship Id="rId7" Type="http://schemas.openxmlformats.org/officeDocument/2006/relationships/customXml" Target="../ink/ink1.xml"/><Relationship Id="rId12" Type="http://schemas.openxmlformats.org/officeDocument/2006/relationships/image" Target="../media/image7.png"/><Relationship Id="rId17" Type="http://schemas.openxmlformats.org/officeDocument/2006/relationships/image" Target="../media/image9.png"/><Relationship Id="rId2" Type="http://schemas.openxmlformats.org/officeDocument/2006/relationships/notesSlide" Target="../notesSlides/notesSlide5.xml"/><Relationship Id="rId16" Type="http://schemas.openxmlformats.org/officeDocument/2006/relationships/customXml" Target="../ink/ink6.xml"/><Relationship Id="rId1" Type="http://schemas.openxmlformats.org/officeDocument/2006/relationships/slideLayout" Target="../slideLayouts/slideLayout5.xml"/><Relationship Id="rId6" Type="http://schemas.openxmlformats.org/officeDocument/2006/relationships/image" Target="../media/image4.png"/><Relationship Id="rId11" Type="http://schemas.openxmlformats.org/officeDocument/2006/relationships/customXml" Target="../ink/ink3.xml"/><Relationship Id="rId5" Type="http://schemas.openxmlformats.org/officeDocument/2006/relationships/image" Target="../media/image3.png"/><Relationship Id="rId15" Type="http://schemas.openxmlformats.org/officeDocument/2006/relationships/customXml" Target="../ink/ink5.xml"/><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customXml" Target="../ink/ink2.xml"/><Relationship Id="rId1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8.jpe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9.jpeg"/><Relationship Id="rId4" Type="http://schemas.openxmlformats.org/officeDocument/2006/relationships/image" Target="../media/image130.png"/></Relationships>
</file>

<file path=ppt/slides/_rels/slide1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50.png"/></Relationships>
</file>

<file path=ppt/slides/_rels/slide1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50.png"/></Relationships>
</file>

<file path=ppt/slides/_rels/slide1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15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5"/>
          <p:cNvSpPr txBox="1">
            <a:spLocks noGrp="1"/>
          </p:cNvSpPr>
          <p:nvPr>
            <p:ph type="ctrTitle"/>
          </p:nvPr>
        </p:nvSpPr>
        <p:spPr>
          <a:xfrm>
            <a:off x="2002350" y="1025375"/>
            <a:ext cx="5139300" cy="259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9600" dirty="0"/>
              <a:t>Adventure</a:t>
            </a:r>
            <a:br>
              <a:rPr lang="en" sz="9600" dirty="0"/>
            </a:br>
            <a:r>
              <a:rPr lang="en" sz="9600" dirty="0">
                <a:solidFill>
                  <a:schemeClr val="lt2"/>
                </a:solidFill>
              </a:rPr>
              <a:t>works</a:t>
            </a:r>
            <a:endParaRPr sz="9600" dirty="0">
              <a:solidFill>
                <a:schemeClr val="lt2"/>
              </a:solidFill>
            </a:endParaRPr>
          </a:p>
        </p:txBody>
      </p:sp>
      <p:sp>
        <p:nvSpPr>
          <p:cNvPr id="89" name="Google Shape;89;p15"/>
          <p:cNvSpPr txBox="1">
            <a:spLocks noGrp="1"/>
          </p:cNvSpPr>
          <p:nvPr>
            <p:ph type="subTitle" idx="2"/>
          </p:nvPr>
        </p:nvSpPr>
        <p:spPr>
          <a:xfrm>
            <a:off x="926525" y="232275"/>
            <a:ext cx="555000" cy="2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MENU</a:t>
            </a:r>
            <a:endParaRPr dirty="0"/>
          </a:p>
        </p:txBody>
      </p:sp>
      <p:sp>
        <p:nvSpPr>
          <p:cNvPr id="90" name="Google Shape;90;p15"/>
          <p:cNvSpPr txBox="1">
            <a:spLocks noGrp="1"/>
          </p:cNvSpPr>
          <p:nvPr>
            <p:ph type="subTitle" idx="3"/>
          </p:nvPr>
        </p:nvSpPr>
        <p:spPr>
          <a:xfrm>
            <a:off x="1591406" y="232275"/>
            <a:ext cx="555000" cy="2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ANALYSIS</a:t>
            </a:r>
            <a:endParaRPr dirty="0"/>
          </a:p>
        </p:txBody>
      </p:sp>
      <p:sp>
        <p:nvSpPr>
          <p:cNvPr id="91" name="Google Shape;91;p15"/>
          <p:cNvSpPr txBox="1">
            <a:spLocks noGrp="1"/>
          </p:cNvSpPr>
          <p:nvPr>
            <p:ph type="subTitle" idx="4"/>
          </p:nvPr>
        </p:nvSpPr>
        <p:spPr>
          <a:xfrm>
            <a:off x="2256288" y="232275"/>
            <a:ext cx="555000" cy="2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CONTACT</a:t>
            </a:r>
            <a:endParaRPr dirty="0"/>
          </a:p>
        </p:txBody>
      </p:sp>
      <p:sp>
        <p:nvSpPr>
          <p:cNvPr id="92" name="Google Shape;92;p15"/>
          <p:cNvSpPr txBox="1">
            <a:spLocks noGrp="1"/>
          </p:cNvSpPr>
          <p:nvPr>
            <p:ph type="subTitle" idx="5"/>
          </p:nvPr>
        </p:nvSpPr>
        <p:spPr>
          <a:xfrm>
            <a:off x="7059175" y="186525"/>
            <a:ext cx="1371600" cy="30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DATA ANALYSIS</a:t>
            </a:r>
            <a:endParaRPr dirty="0"/>
          </a:p>
        </p:txBody>
      </p:sp>
      <p:grpSp>
        <p:nvGrpSpPr>
          <p:cNvPr id="93" name="Google Shape;93;p15"/>
          <p:cNvGrpSpPr/>
          <p:nvPr/>
        </p:nvGrpSpPr>
        <p:grpSpPr>
          <a:xfrm>
            <a:off x="706038" y="267220"/>
            <a:ext cx="140222" cy="140409"/>
            <a:chOff x="2741000" y="199475"/>
            <a:chExt cx="191953" cy="192210"/>
          </a:xfrm>
        </p:grpSpPr>
        <p:sp>
          <p:nvSpPr>
            <p:cNvPr id="94" name="Google Shape;94;p15"/>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p:cNvGrpSpPr/>
          <p:nvPr/>
        </p:nvGrpSpPr>
        <p:grpSpPr>
          <a:xfrm>
            <a:off x="509200" y="1240968"/>
            <a:ext cx="1885938" cy="2275613"/>
            <a:chOff x="818300" y="1811250"/>
            <a:chExt cx="1885938" cy="2275613"/>
          </a:xfrm>
        </p:grpSpPr>
        <p:grpSp>
          <p:nvGrpSpPr>
            <p:cNvPr id="104" name="Google Shape;104;p15"/>
            <p:cNvGrpSpPr/>
            <p:nvPr/>
          </p:nvGrpSpPr>
          <p:grpSpPr>
            <a:xfrm>
              <a:off x="818300" y="1811250"/>
              <a:ext cx="1616075" cy="2275613"/>
              <a:chOff x="818300" y="2144625"/>
              <a:chExt cx="1616075" cy="2275613"/>
            </a:xfrm>
          </p:grpSpPr>
          <p:grpSp>
            <p:nvGrpSpPr>
              <p:cNvPr id="105" name="Google Shape;105;p15"/>
              <p:cNvGrpSpPr/>
              <p:nvPr/>
            </p:nvGrpSpPr>
            <p:grpSpPr>
              <a:xfrm>
                <a:off x="818300" y="2470076"/>
                <a:ext cx="1616065" cy="1564413"/>
                <a:chOff x="867250" y="2531276"/>
                <a:chExt cx="1616065" cy="1564413"/>
              </a:xfrm>
            </p:grpSpPr>
            <p:sp>
              <p:nvSpPr>
                <p:cNvPr id="106" name="Google Shape;106;p15"/>
                <p:cNvSpPr/>
                <p:nvPr/>
              </p:nvSpPr>
              <p:spPr>
                <a:xfrm>
                  <a:off x="867250" y="3173775"/>
                  <a:ext cx="916982" cy="921914"/>
                </a:xfrm>
                <a:custGeom>
                  <a:avLst/>
                  <a:gdLst/>
                  <a:ahLst/>
                  <a:cxnLst/>
                  <a:rect l="l" t="t" r="r" b="b"/>
                  <a:pathLst>
                    <a:path w="18781" h="18882" extrusionOk="0">
                      <a:moveTo>
                        <a:pt x="9274" y="3801"/>
                      </a:moveTo>
                      <a:cubicBezTo>
                        <a:pt x="12166" y="3801"/>
                        <a:pt x="14944" y="6056"/>
                        <a:pt x="14944" y="9441"/>
                      </a:cubicBezTo>
                      <a:cubicBezTo>
                        <a:pt x="14944" y="12543"/>
                        <a:pt x="12442" y="15078"/>
                        <a:pt x="9340" y="15078"/>
                      </a:cubicBezTo>
                      <a:lnTo>
                        <a:pt x="9307" y="15078"/>
                      </a:lnTo>
                      <a:cubicBezTo>
                        <a:pt x="4303" y="15078"/>
                        <a:pt x="1801" y="9007"/>
                        <a:pt x="5337" y="5471"/>
                      </a:cubicBezTo>
                      <a:cubicBezTo>
                        <a:pt x="6481" y="4317"/>
                        <a:pt x="7891" y="3801"/>
                        <a:pt x="9274" y="3801"/>
                      </a:cubicBezTo>
                      <a:close/>
                      <a:moveTo>
                        <a:pt x="9674" y="1"/>
                      </a:moveTo>
                      <a:cubicBezTo>
                        <a:pt x="9674" y="1"/>
                        <a:pt x="9440" y="468"/>
                        <a:pt x="9240" y="968"/>
                      </a:cubicBezTo>
                      <a:cubicBezTo>
                        <a:pt x="9173" y="1168"/>
                        <a:pt x="9107" y="1368"/>
                        <a:pt x="9040" y="1569"/>
                      </a:cubicBezTo>
                      <a:cubicBezTo>
                        <a:pt x="8873" y="1569"/>
                        <a:pt x="8706" y="1569"/>
                        <a:pt x="8540" y="1602"/>
                      </a:cubicBezTo>
                      <a:lnTo>
                        <a:pt x="8339" y="1635"/>
                      </a:lnTo>
                      <a:lnTo>
                        <a:pt x="8139" y="1669"/>
                      </a:lnTo>
                      <a:cubicBezTo>
                        <a:pt x="7973" y="1669"/>
                        <a:pt x="7806" y="1702"/>
                        <a:pt x="7639" y="1769"/>
                      </a:cubicBezTo>
                      <a:cubicBezTo>
                        <a:pt x="7539" y="1602"/>
                        <a:pt x="7405" y="1435"/>
                        <a:pt x="7272" y="1235"/>
                      </a:cubicBezTo>
                      <a:cubicBezTo>
                        <a:pt x="7139" y="1068"/>
                        <a:pt x="6938" y="835"/>
                        <a:pt x="6838" y="668"/>
                      </a:cubicBezTo>
                      <a:cubicBezTo>
                        <a:pt x="6705" y="535"/>
                        <a:pt x="6605" y="434"/>
                        <a:pt x="6605" y="434"/>
                      </a:cubicBezTo>
                      <a:lnTo>
                        <a:pt x="6271" y="568"/>
                      </a:lnTo>
                      <a:cubicBezTo>
                        <a:pt x="6004" y="635"/>
                        <a:pt x="5771" y="735"/>
                        <a:pt x="5537" y="835"/>
                      </a:cubicBezTo>
                      <a:cubicBezTo>
                        <a:pt x="5271" y="968"/>
                        <a:pt x="5004" y="1102"/>
                        <a:pt x="4837" y="1202"/>
                      </a:cubicBezTo>
                      <a:lnTo>
                        <a:pt x="4537" y="1402"/>
                      </a:lnTo>
                      <a:cubicBezTo>
                        <a:pt x="4537" y="1402"/>
                        <a:pt x="4570" y="1902"/>
                        <a:pt x="4704" y="2403"/>
                      </a:cubicBezTo>
                      <a:cubicBezTo>
                        <a:pt x="4737" y="2636"/>
                        <a:pt x="4804" y="2870"/>
                        <a:pt x="4837" y="3036"/>
                      </a:cubicBezTo>
                      <a:lnTo>
                        <a:pt x="4437" y="3337"/>
                      </a:lnTo>
                      <a:lnTo>
                        <a:pt x="4270" y="3470"/>
                      </a:lnTo>
                      <a:lnTo>
                        <a:pt x="4136" y="3603"/>
                      </a:lnTo>
                      <a:cubicBezTo>
                        <a:pt x="4003" y="3703"/>
                        <a:pt x="3870" y="3837"/>
                        <a:pt x="3770" y="3970"/>
                      </a:cubicBezTo>
                      <a:cubicBezTo>
                        <a:pt x="3603" y="3904"/>
                        <a:pt x="3403" y="3804"/>
                        <a:pt x="3169" y="3737"/>
                      </a:cubicBezTo>
                      <a:cubicBezTo>
                        <a:pt x="2702" y="3537"/>
                        <a:pt x="2202" y="3403"/>
                        <a:pt x="2202" y="3403"/>
                      </a:cubicBezTo>
                      <a:cubicBezTo>
                        <a:pt x="2168" y="3437"/>
                        <a:pt x="2135" y="3437"/>
                        <a:pt x="2135" y="3470"/>
                      </a:cubicBezTo>
                      <a:cubicBezTo>
                        <a:pt x="2102" y="3537"/>
                        <a:pt x="2035" y="3603"/>
                        <a:pt x="1968" y="3703"/>
                      </a:cubicBezTo>
                      <a:cubicBezTo>
                        <a:pt x="1801" y="3904"/>
                        <a:pt x="1668" y="4104"/>
                        <a:pt x="1501" y="4337"/>
                      </a:cubicBezTo>
                      <a:cubicBezTo>
                        <a:pt x="1368" y="4571"/>
                        <a:pt x="1201" y="4804"/>
                        <a:pt x="1101" y="5004"/>
                      </a:cubicBezTo>
                      <a:lnTo>
                        <a:pt x="934" y="5338"/>
                      </a:lnTo>
                      <a:cubicBezTo>
                        <a:pt x="934" y="5338"/>
                        <a:pt x="1268" y="5738"/>
                        <a:pt x="1635" y="6105"/>
                      </a:cubicBezTo>
                      <a:cubicBezTo>
                        <a:pt x="1801" y="6272"/>
                        <a:pt x="1968" y="6405"/>
                        <a:pt x="2102" y="6539"/>
                      </a:cubicBezTo>
                      <a:cubicBezTo>
                        <a:pt x="2035" y="6739"/>
                        <a:pt x="1968" y="6906"/>
                        <a:pt x="1902" y="7039"/>
                      </a:cubicBezTo>
                      <a:cubicBezTo>
                        <a:pt x="1902" y="7073"/>
                        <a:pt x="1868" y="7106"/>
                        <a:pt x="1868" y="7173"/>
                      </a:cubicBezTo>
                      <a:lnTo>
                        <a:pt x="1868" y="7206"/>
                      </a:lnTo>
                      <a:cubicBezTo>
                        <a:pt x="1868" y="7206"/>
                        <a:pt x="1801" y="7473"/>
                        <a:pt x="1701" y="7907"/>
                      </a:cubicBezTo>
                      <a:cubicBezTo>
                        <a:pt x="1535" y="7940"/>
                        <a:pt x="1301" y="7973"/>
                        <a:pt x="1101" y="8007"/>
                      </a:cubicBezTo>
                      <a:cubicBezTo>
                        <a:pt x="601" y="8140"/>
                        <a:pt x="67" y="8307"/>
                        <a:pt x="67" y="8307"/>
                      </a:cubicBezTo>
                      <a:cubicBezTo>
                        <a:pt x="67" y="8407"/>
                        <a:pt x="34" y="8540"/>
                        <a:pt x="34" y="8640"/>
                      </a:cubicBezTo>
                      <a:cubicBezTo>
                        <a:pt x="34" y="8874"/>
                        <a:pt x="34" y="9141"/>
                        <a:pt x="0" y="9441"/>
                      </a:cubicBezTo>
                      <a:cubicBezTo>
                        <a:pt x="0" y="9741"/>
                        <a:pt x="34" y="10008"/>
                        <a:pt x="34" y="10242"/>
                      </a:cubicBezTo>
                      <a:cubicBezTo>
                        <a:pt x="34" y="10342"/>
                        <a:pt x="67" y="10475"/>
                        <a:pt x="67" y="10575"/>
                      </a:cubicBezTo>
                      <a:cubicBezTo>
                        <a:pt x="67" y="10575"/>
                        <a:pt x="601" y="10742"/>
                        <a:pt x="1101" y="10842"/>
                      </a:cubicBezTo>
                      <a:cubicBezTo>
                        <a:pt x="1301" y="10909"/>
                        <a:pt x="1535" y="10942"/>
                        <a:pt x="1701" y="10975"/>
                      </a:cubicBezTo>
                      <a:cubicBezTo>
                        <a:pt x="1801" y="11376"/>
                        <a:pt x="1868" y="11676"/>
                        <a:pt x="1868" y="11676"/>
                      </a:cubicBezTo>
                      <a:lnTo>
                        <a:pt x="1868" y="11709"/>
                      </a:lnTo>
                      <a:cubicBezTo>
                        <a:pt x="1868" y="11743"/>
                        <a:pt x="1902" y="11809"/>
                        <a:pt x="1902" y="11843"/>
                      </a:cubicBezTo>
                      <a:cubicBezTo>
                        <a:pt x="1968" y="11976"/>
                        <a:pt x="2035" y="12143"/>
                        <a:pt x="2102" y="12343"/>
                      </a:cubicBezTo>
                      <a:cubicBezTo>
                        <a:pt x="1968" y="12443"/>
                        <a:pt x="1801" y="12610"/>
                        <a:pt x="1635" y="12777"/>
                      </a:cubicBezTo>
                      <a:cubicBezTo>
                        <a:pt x="1268" y="13144"/>
                        <a:pt x="934" y="13544"/>
                        <a:pt x="934" y="13544"/>
                      </a:cubicBezTo>
                      <a:lnTo>
                        <a:pt x="1101" y="13877"/>
                      </a:lnTo>
                      <a:cubicBezTo>
                        <a:pt x="1201" y="14044"/>
                        <a:pt x="1334" y="14278"/>
                        <a:pt x="1501" y="14545"/>
                      </a:cubicBezTo>
                      <a:cubicBezTo>
                        <a:pt x="1668" y="14778"/>
                        <a:pt x="1801" y="14978"/>
                        <a:pt x="1968" y="15178"/>
                      </a:cubicBezTo>
                      <a:cubicBezTo>
                        <a:pt x="2035" y="15278"/>
                        <a:pt x="2102" y="15345"/>
                        <a:pt x="2135" y="15379"/>
                      </a:cubicBezTo>
                      <a:cubicBezTo>
                        <a:pt x="2135" y="15412"/>
                        <a:pt x="2168" y="15445"/>
                        <a:pt x="2202" y="15479"/>
                      </a:cubicBezTo>
                      <a:cubicBezTo>
                        <a:pt x="2202" y="15479"/>
                        <a:pt x="2702" y="15312"/>
                        <a:pt x="3169" y="15145"/>
                      </a:cubicBezTo>
                      <a:cubicBezTo>
                        <a:pt x="3403" y="15078"/>
                        <a:pt x="3603" y="14978"/>
                        <a:pt x="3770" y="14912"/>
                      </a:cubicBezTo>
                      <a:cubicBezTo>
                        <a:pt x="3903" y="15078"/>
                        <a:pt x="4036" y="15178"/>
                        <a:pt x="4136" y="15278"/>
                      </a:cubicBezTo>
                      <a:lnTo>
                        <a:pt x="4270" y="15412"/>
                      </a:lnTo>
                      <a:lnTo>
                        <a:pt x="4437" y="15545"/>
                      </a:lnTo>
                      <a:lnTo>
                        <a:pt x="4837" y="15846"/>
                      </a:lnTo>
                      <a:cubicBezTo>
                        <a:pt x="4804" y="16012"/>
                        <a:pt x="4737" y="16246"/>
                        <a:pt x="4704" y="16479"/>
                      </a:cubicBezTo>
                      <a:cubicBezTo>
                        <a:pt x="4570" y="16946"/>
                        <a:pt x="4537" y="17480"/>
                        <a:pt x="4537" y="17480"/>
                      </a:cubicBezTo>
                      <a:lnTo>
                        <a:pt x="4837" y="17680"/>
                      </a:lnTo>
                      <a:cubicBezTo>
                        <a:pt x="5004" y="17780"/>
                        <a:pt x="5271" y="17880"/>
                        <a:pt x="5537" y="18014"/>
                      </a:cubicBezTo>
                      <a:cubicBezTo>
                        <a:pt x="5771" y="18147"/>
                        <a:pt x="6004" y="18247"/>
                        <a:pt x="6271" y="18314"/>
                      </a:cubicBezTo>
                      <a:lnTo>
                        <a:pt x="6605" y="18447"/>
                      </a:lnTo>
                      <a:cubicBezTo>
                        <a:pt x="6605" y="18447"/>
                        <a:pt x="6705" y="18347"/>
                        <a:pt x="6838" y="18181"/>
                      </a:cubicBezTo>
                      <a:cubicBezTo>
                        <a:pt x="6938" y="18047"/>
                        <a:pt x="7105" y="17847"/>
                        <a:pt x="7272" y="17647"/>
                      </a:cubicBezTo>
                      <a:cubicBezTo>
                        <a:pt x="7439" y="17413"/>
                        <a:pt x="7539" y="17280"/>
                        <a:pt x="7639" y="17113"/>
                      </a:cubicBezTo>
                      <a:cubicBezTo>
                        <a:pt x="7806" y="17180"/>
                        <a:pt x="7973" y="17213"/>
                        <a:pt x="8139" y="17213"/>
                      </a:cubicBezTo>
                      <a:lnTo>
                        <a:pt x="8339" y="17247"/>
                      </a:lnTo>
                      <a:lnTo>
                        <a:pt x="8540" y="17280"/>
                      </a:lnTo>
                      <a:cubicBezTo>
                        <a:pt x="8706" y="17313"/>
                        <a:pt x="8873" y="17313"/>
                        <a:pt x="9040" y="17313"/>
                      </a:cubicBezTo>
                      <a:cubicBezTo>
                        <a:pt x="9107" y="17480"/>
                        <a:pt x="9173" y="17714"/>
                        <a:pt x="9240" y="17914"/>
                      </a:cubicBezTo>
                      <a:cubicBezTo>
                        <a:pt x="9440" y="18414"/>
                        <a:pt x="9674" y="18881"/>
                        <a:pt x="9674" y="18881"/>
                      </a:cubicBezTo>
                      <a:lnTo>
                        <a:pt x="10041" y="18881"/>
                      </a:lnTo>
                      <a:lnTo>
                        <a:pt x="10408" y="18848"/>
                      </a:lnTo>
                      <a:cubicBezTo>
                        <a:pt x="10541" y="18848"/>
                        <a:pt x="10674" y="18814"/>
                        <a:pt x="10808" y="18781"/>
                      </a:cubicBezTo>
                      <a:cubicBezTo>
                        <a:pt x="11075" y="18748"/>
                        <a:pt x="11342" y="18714"/>
                        <a:pt x="11575" y="18648"/>
                      </a:cubicBezTo>
                      <a:lnTo>
                        <a:pt x="11942" y="18581"/>
                      </a:lnTo>
                      <a:cubicBezTo>
                        <a:pt x="11942" y="18581"/>
                        <a:pt x="12009" y="18047"/>
                        <a:pt x="12075" y="17547"/>
                      </a:cubicBezTo>
                      <a:cubicBezTo>
                        <a:pt x="12075" y="17313"/>
                        <a:pt x="12075" y="17080"/>
                        <a:pt x="12075" y="16913"/>
                      </a:cubicBezTo>
                      <a:cubicBezTo>
                        <a:pt x="12276" y="16813"/>
                        <a:pt x="12442" y="16780"/>
                        <a:pt x="12576" y="16713"/>
                      </a:cubicBezTo>
                      <a:lnTo>
                        <a:pt x="12743" y="16646"/>
                      </a:lnTo>
                      <a:lnTo>
                        <a:pt x="12909" y="16546"/>
                      </a:lnTo>
                      <a:cubicBezTo>
                        <a:pt x="13076" y="16479"/>
                        <a:pt x="13243" y="16413"/>
                        <a:pt x="13376" y="16313"/>
                      </a:cubicBezTo>
                      <a:cubicBezTo>
                        <a:pt x="13510" y="16413"/>
                        <a:pt x="13677" y="16579"/>
                        <a:pt x="13877" y="16713"/>
                      </a:cubicBezTo>
                      <a:cubicBezTo>
                        <a:pt x="14277" y="17013"/>
                        <a:pt x="14744" y="17280"/>
                        <a:pt x="14744" y="17280"/>
                      </a:cubicBezTo>
                      <a:lnTo>
                        <a:pt x="15011" y="17080"/>
                      </a:lnTo>
                      <a:cubicBezTo>
                        <a:pt x="15178" y="16946"/>
                        <a:pt x="15445" y="16780"/>
                        <a:pt x="15645" y="16579"/>
                      </a:cubicBezTo>
                      <a:cubicBezTo>
                        <a:pt x="15845" y="16379"/>
                        <a:pt x="16045" y="16212"/>
                        <a:pt x="16212" y="16046"/>
                      </a:cubicBezTo>
                      <a:lnTo>
                        <a:pt x="16445" y="15779"/>
                      </a:lnTo>
                      <a:cubicBezTo>
                        <a:pt x="16445" y="15779"/>
                        <a:pt x="16245" y="15312"/>
                        <a:pt x="16012" y="14845"/>
                      </a:cubicBezTo>
                      <a:cubicBezTo>
                        <a:pt x="15912" y="14645"/>
                        <a:pt x="15778" y="14445"/>
                        <a:pt x="15711" y="14311"/>
                      </a:cubicBezTo>
                      <a:lnTo>
                        <a:pt x="16012" y="13877"/>
                      </a:lnTo>
                      <a:lnTo>
                        <a:pt x="16112" y="13711"/>
                      </a:lnTo>
                      <a:lnTo>
                        <a:pt x="16212" y="13544"/>
                      </a:lnTo>
                      <a:cubicBezTo>
                        <a:pt x="16278" y="13444"/>
                        <a:pt x="16379" y="13310"/>
                        <a:pt x="16479" y="13110"/>
                      </a:cubicBezTo>
                      <a:cubicBezTo>
                        <a:pt x="16645" y="13110"/>
                        <a:pt x="16846" y="13144"/>
                        <a:pt x="17079" y="13144"/>
                      </a:cubicBezTo>
                      <a:cubicBezTo>
                        <a:pt x="17346" y="13177"/>
                        <a:pt x="17613" y="13185"/>
                        <a:pt x="17813" y="13185"/>
                      </a:cubicBezTo>
                      <a:cubicBezTo>
                        <a:pt x="18013" y="13185"/>
                        <a:pt x="18146" y="13177"/>
                        <a:pt x="18146" y="13177"/>
                      </a:cubicBezTo>
                      <a:cubicBezTo>
                        <a:pt x="18146" y="13144"/>
                        <a:pt x="18146" y="13144"/>
                        <a:pt x="18180" y="13110"/>
                      </a:cubicBezTo>
                      <a:cubicBezTo>
                        <a:pt x="18213" y="13044"/>
                        <a:pt x="18213" y="12943"/>
                        <a:pt x="18280" y="12843"/>
                      </a:cubicBezTo>
                      <a:cubicBezTo>
                        <a:pt x="18347" y="12643"/>
                        <a:pt x="18447" y="12376"/>
                        <a:pt x="18513" y="12110"/>
                      </a:cubicBezTo>
                      <a:lnTo>
                        <a:pt x="18714" y="11342"/>
                      </a:lnTo>
                      <a:cubicBezTo>
                        <a:pt x="18747" y="11109"/>
                        <a:pt x="18780" y="10975"/>
                        <a:pt x="18780" y="10975"/>
                      </a:cubicBezTo>
                      <a:cubicBezTo>
                        <a:pt x="18780" y="10975"/>
                        <a:pt x="18347" y="10675"/>
                        <a:pt x="17880" y="10442"/>
                      </a:cubicBezTo>
                      <a:cubicBezTo>
                        <a:pt x="17679" y="10375"/>
                        <a:pt x="17479" y="10242"/>
                        <a:pt x="17313" y="10175"/>
                      </a:cubicBezTo>
                      <a:lnTo>
                        <a:pt x="17346" y="9441"/>
                      </a:lnTo>
                      <a:lnTo>
                        <a:pt x="17313" y="8740"/>
                      </a:lnTo>
                      <a:cubicBezTo>
                        <a:pt x="17479" y="8674"/>
                        <a:pt x="17679" y="8540"/>
                        <a:pt x="17880" y="8440"/>
                      </a:cubicBezTo>
                      <a:cubicBezTo>
                        <a:pt x="18313" y="8207"/>
                        <a:pt x="18747" y="7907"/>
                        <a:pt x="18747" y="7907"/>
                      </a:cubicBezTo>
                      <a:cubicBezTo>
                        <a:pt x="18747" y="7907"/>
                        <a:pt x="18747" y="7773"/>
                        <a:pt x="18714" y="7540"/>
                      </a:cubicBezTo>
                      <a:lnTo>
                        <a:pt x="18513" y="6772"/>
                      </a:lnTo>
                      <a:cubicBezTo>
                        <a:pt x="18447" y="6505"/>
                        <a:pt x="18313" y="6239"/>
                        <a:pt x="18247" y="6038"/>
                      </a:cubicBezTo>
                      <a:cubicBezTo>
                        <a:pt x="18213" y="5938"/>
                        <a:pt x="18180" y="5838"/>
                        <a:pt x="18146" y="5805"/>
                      </a:cubicBezTo>
                      <a:cubicBezTo>
                        <a:pt x="18146" y="5772"/>
                        <a:pt x="18146" y="5738"/>
                        <a:pt x="18113" y="5705"/>
                      </a:cubicBezTo>
                      <a:cubicBezTo>
                        <a:pt x="18113" y="5705"/>
                        <a:pt x="17579" y="5705"/>
                        <a:pt x="17079" y="5738"/>
                      </a:cubicBezTo>
                      <a:cubicBezTo>
                        <a:pt x="16846" y="5738"/>
                        <a:pt x="16645" y="5772"/>
                        <a:pt x="16445" y="5772"/>
                      </a:cubicBezTo>
                      <a:cubicBezTo>
                        <a:pt x="16345" y="5605"/>
                        <a:pt x="16245" y="5438"/>
                        <a:pt x="16178" y="5338"/>
                      </a:cubicBezTo>
                      <a:lnTo>
                        <a:pt x="16112" y="5171"/>
                      </a:lnTo>
                      <a:lnTo>
                        <a:pt x="16012" y="5004"/>
                      </a:lnTo>
                      <a:lnTo>
                        <a:pt x="15711" y="4571"/>
                      </a:lnTo>
                      <a:cubicBezTo>
                        <a:pt x="15778" y="4404"/>
                        <a:pt x="15912" y="4237"/>
                        <a:pt x="16012" y="4037"/>
                      </a:cubicBezTo>
                      <a:cubicBezTo>
                        <a:pt x="16245" y="3570"/>
                        <a:pt x="16445" y="3103"/>
                        <a:pt x="16445" y="3103"/>
                      </a:cubicBezTo>
                      <a:lnTo>
                        <a:pt x="16212" y="2836"/>
                      </a:lnTo>
                      <a:cubicBezTo>
                        <a:pt x="16078" y="2669"/>
                        <a:pt x="15845" y="2469"/>
                        <a:pt x="15645" y="2302"/>
                      </a:cubicBezTo>
                      <a:cubicBezTo>
                        <a:pt x="15445" y="2102"/>
                        <a:pt x="15211" y="1936"/>
                        <a:pt x="15011" y="1802"/>
                      </a:cubicBezTo>
                      <a:lnTo>
                        <a:pt x="14744" y="1569"/>
                      </a:lnTo>
                      <a:cubicBezTo>
                        <a:pt x="14744" y="1569"/>
                        <a:pt x="14277" y="1869"/>
                        <a:pt x="13877" y="2169"/>
                      </a:cubicBezTo>
                      <a:cubicBezTo>
                        <a:pt x="13677" y="2302"/>
                        <a:pt x="13510" y="2436"/>
                        <a:pt x="13376" y="2569"/>
                      </a:cubicBezTo>
                      <a:cubicBezTo>
                        <a:pt x="13243" y="2469"/>
                        <a:pt x="13076" y="2403"/>
                        <a:pt x="12909" y="2336"/>
                      </a:cubicBezTo>
                      <a:lnTo>
                        <a:pt x="12743" y="2236"/>
                      </a:lnTo>
                      <a:lnTo>
                        <a:pt x="12576" y="2169"/>
                      </a:lnTo>
                      <a:cubicBezTo>
                        <a:pt x="12442" y="2102"/>
                        <a:pt x="12276" y="2036"/>
                        <a:pt x="12075" y="1969"/>
                      </a:cubicBezTo>
                      <a:cubicBezTo>
                        <a:pt x="12075" y="1802"/>
                        <a:pt x="12075" y="1569"/>
                        <a:pt x="12075" y="1335"/>
                      </a:cubicBezTo>
                      <a:cubicBezTo>
                        <a:pt x="12009" y="835"/>
                        <a:pt x="11942" y="301"/>
                        <a:pt x="11942" y="301"/>
                      </a:cubicBezTo>
                      <a:lnTo>
                        <a:pt x="11575" y="234"/>
                      </a:lnTo>
                      <a:cubicBezTo>
                        <a:pt x="11342" y="168"/>
                        <a:pt x="11075" y="101"/>
                        <a:pt x="10808" y="68"/>
                      </a:cubicBezTo>
                      <a:cubicBezTo>
                        <a:pt x="10674" y="68"/>
                        <a:pt x="10541" y="34"/>
                        <a:pt x="10408" y="34"/>
                      </a:cubicBezTo>
                      <a:lnTo>
                        <a:pt x="10041" y="1"/>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p:cNvSpPr/>
                <p:nvPr/>
              </p:nvSpPr>
              <p:spPr>
                <a:xfrm rot="-1490104">
                  <a:off x="1611679" y="2635340"/>
                  <a:ext cx="636418" cy="639841"/>
                </a:xfrm>
                <a:custGeom>
                  <a:avLst/>
                  <a:gdLst/>
                  <a:ahLst/>
                  <a:cxnLst/>
                  <a:rect l="l" t="t" r="r" b="b"/>
                  <a:pathLst>
                    <a:path w="18781" h="18882" extrusionOk="0">
                      <a:moveTo>
                        <a:pt x="9274" y="3801"/>
                      </a:moveTo>
                      <a:cubicBezTo>
                        <a:pt x="12166" y="3801"/>
                        <a:pt x="14944" y="6056"/>
                        <a:pt x="14944" y="9441"/>
                      </a:cubicBezTo>
                      <a:cubicBezTo>
                        <a:pt x="14944" y="12543"/>
                        <a:pt x="12442" y="15078"/>
                        <a:pt x="9340" y="15078"/>
                      </a:cubicBezTo>
                      <a:lnTo>
                        <a:pt x="9307" y="15078"/>
                      </a:lnTo>
                      <a:cubicBezTo>
                        <a:pt x="4303" y="15078"/>
                        <a:pt x="1801" y="9007"/>
                        <a:pt x="5337" y="5471"/>
                      </a:cubicBezTo>
                      <a:cubicBezTo>
                        <a:pt x="6481" y="4317"/>
                        <a:pt x="7891" y="3801"/>
                        <a:pt x="9274" y="3801"/>
                      </a:cubicBezTo>
                      <a:close/>
                      <a:moveTo>
                        <a:pt x="9674" y="1"/>
                      </a:moveTo>
                      <a:cubicBezTo>
                        <a:pt x="9674" y="1"/>
                        <a:pt x="9440" y="468"/>
                        <a:pt x="9240" y="968"/>
                      </a:cubicBezTo>
                      <a:cubicBezTo>
                        <a:pt x="9173" y="1168"/>
                        <a:pt x="9107" y="1368"/>
                        <a:pt x="9040" y="1569"/>
                      </a:cubicBezTo>
                      <a:cubicBezTo>
                        <a:pt x="8873" y="1569"/>
                        <a:pt x="8706" y="1569"/>
                        <a:pt x="8540" y="1602"/>
                      </a:cubicBezTo>
                      <a:lnTo>
                        <a:pt x="8339" y="1635"/>
                      </a:lnTo>
                      <a:lnTo>
                        <a:pt x="8139" y="1669"/>
                      </a:lnTo>
                      <a:cubicBezTo>
                        <a:pt x="7973" y="1669"/>
                        <a:pt x="7806" y="1702"/>
                        <a:pt x="7639" y="1769"/>
                      </a:cubicBezTo>
                      <a:cubicBezTo>
                        <a:pt x="7539" y="1602"/>
                        <a:pt x="7405" y="1435"/>
                        <a:pt x="7272" y="1235"/>
                      </a:cubicBezTo>
                      <a:cubicBezTo>
                        <a:pt x="7139" y="1068"/>
                        <a:pt x="6938" y="835"/>
                        <a:pt x="6838" y="668"/>
                      </a:cubicBezTo>
                      <a:cubicBezTo>
                        <a:pt x="6705" y="535"/>
                        <a:pt x="6605" y="434"/>
                        <a:pt x="6605" y="434"/>
                      </a:cubicBezTo>
                      <a:lnTo>
                        <a:pt x="6271" y="568"/>
                      </a:lnTo>
                      <a:cubicBezTo>
                        <a:pt x="6004" y="635"/>
                        <a:pt x="5771" y="735"/>
                        <a:pt x="5537" y="835"/>
                      </a:cubicBezTo>
                      <a:cubicBezTo>
                        <a:pt x="5271" y="968"/>
                        <a:pt x="5004" y="1102"/>
                        <a:pt x="4837" y="1202"/>
                      </a:cubicBezTo>
                      <a:lnTo>
                        <a:pt x="4537" y="1402"/>
                      </a:lnTo>
                      <a:cubicBezTo>
                        <a:pt x="4537" y="1402"/>
                        <a:pt x="4570" y="1902"/>
                        <a:pt x="4704" y="2403"/>
                      </a:cubicBezTo>
                      <a:cubicBezTo>
                        <a:pt x="4737" y="2636"/>
                        <a:pt x="4804" y="2870"/>
                        <a:pt x="4837" y="3036"/>
                      </a:cubicBezTo>
                      <a:lnTo>
                        <a:pt x="4437" y="3337"/>
                      </a:lnTo>
                      <a:lnTo>
                        <a:pt x="4270" y="3470"/>
                      </a:lnTo>
                      <a:lnTo>
                        <a:pt x="4136" y="3603"/>
                      </a:lnTo>
                      <a:cubicBezTo>
                        <a:pt x="4003" y="3703"/>
                        <a:pt x="3870" y="3837"/>
                        <a:pt x="3770" y="3970"/>
                      </a:cubicBezTo>
                      <a:cubicBezTo>
                        <a:pt x="3603" y="3904"/>
                        <a:pt x="3403" y="3804"/>
                        <a:pt x="3169" y="3737"/>
                      </a:cubicBezTo>
                      <a:cubicBezTo>
                        <a:pt x="2702" y="3537"/>
                        <a:pt x="2202" y="3403"/>
                        <a:pt x="2202" y="3403"/>
                      </a:cubicBezTo>
                      <a:cubicBezTo>
                        <a:pt x="2168" y="3437"/>
                        <a:pt x="2135" y="3437"/>
                        <a:pt x="2135" y="3470"/>
                      </a:cubicBezTo>
                      <a:cubicBezTo>
                        <a:pt x="2102" y="3537"/>
                        <a:pt x="2035" y="3603"/>
                        <a:pt x="1968" y="3703"/>
                      </a:cubicBezTo>
                      <a:cubicBezTo>
                        <a:pt x="1801" y="3904"/>
                        <a:pt x="1668" y="4104"/>
                        <a:pt x="1501" y="4337"/>
                      </a:cubicBezTo>
                      <a:cubicBezTo>
                        <a:pt x="1368" y="4571"/>
                        <a:pt x="1201" y="4804"/>
                        <a:pt x="1101" y="5004"/>
                      </a:cubicBezTo>
                      <a:lnTo>
                        <a:pt x="934" y="5338"/>
                      </a:lnTo>
                      <a:cubicBezTo>
                        <a:pt x="934" y="5338"/>
                        <a:pt x="1268" y="5738"/>
                        <a:pt x="1635" y="6105"/>
                      </a:cubicBezTo>
                      <a:cubicBezTo>
                        <a:pt x="1801" y="6272"/>
                        <a:pt x="1968" y="6405"/>
                        <a:pt x="2102" y="6539"/>
                      </a:cubicBezTo>
                      <a:cubicBezTo>
                        <a:pt x="2035" y="6739"/>
                        <a:pt x="1968" y="6906"/>
                        <a:pt x="1902" y="7039"/>
                      </a:cubicBezTo>
                      <a:cubicBezTo>
                        <a:pt x="1902" y="7073"/>
                        <a:pt x="1868" y="7106"/>
                        <a:pt x="1868" y="7173"/>
                      </a:cubicBezTo>
                      <a:lnTo>
                        <a:pt x="1868" y="7206"/>
                      </a:lnTo>
                      <a:cubicBezTo>
                        <a:pt x="1868" y="7206"/>
                        <a:pt x="1801" y="7473"/>
                        <a:pt x="1701" y="7907"/>
                      </a:cubicBezTo>
                      <a:cubicBezTo>
                        <a:pt x="1535" y="7940"/>
                        <a:pt x="1301" y="7973"/>
                        <a:pt x="1101" y="8007"/>
                      </a:cubicBezTo>
                      <a:cubicBezTo>
                        <a:pt x="601" y="8140"/>
                        <a:pt x="67" y="8307"/>
                        <a:pt x="67" y="8307"/>
                      </a:cubicBezTo>
                      <a:cubicBezTo>
                        <a:pt x="67" y="8407"/>
                        <a:pt x="34" y="8540"/>
                        <a:pt x="34" y="8640"/>
                      </a:cubicBezTo>
                      <a:cubicBezTo>
                        <a:pt x="34" y="8874"/>
                        <a:pt x="34" y="9141"/>
                        <a:pt x="0" y="9441"/>
                      </a:cubicBezTo>
                      <a:cubicBezTo>
                        <a:pt x="0" y="9741"/>
                        <a:pt x="34" y="10008"/>
                        <a:pt x="34" y="10242"/>
                      </a:cubicBezTo>
                      <a:cubicBezTo>
                        <a:pt x="34" y="10342"/>
                        <a:pt x="67" y="10475"/>
                        <a:pt x="67" y="10575"/>
                      </a:cubicBezTo>
                      <a:cubicBezTo>
                        <a:pt x="67" y="10575"/>
                        <a:pt x="601" y="10742"/>
                        <a:pt x="1101" y="10842"/>
                      </a:cubicBezTo>
                      <a:cubicBezTo>
                        <a:pt x="1301" y="10909"/>
                        <a:pt x="1535" y="10942"/>
                        <a:pt x="1701" y="10975"/>
                      </a:cubicBezTo>
                      <a:cubicBezTo>
                        <a:pt x="1801" y="11376"/>
                        <a:pt x="1868" y="11676"/>
                        <a:pt x="1868" y="11676"/>
                      </a:cubicBezTo>
                      <a:lnTo>
                        <a:pt x="1868" y="11709"/>
                      </a:lnTo>
                      <a:cubicBezTo>
                        <a:pt x="1868" y="11743"/>
                        <a:pt x="1902" y="11809"/>
                        <a:pt x="1902" y="11843"/>
                      </a:cubicBezTo>
                      <a:cubicBezTo>
                        <a:pt x="1968" y="11976"/>
                        <a:pt x="2035" y="12143"/>
                        <a:pt x="2102" y="12343"/>
                      </a:cubicBezTo>
                      <a:cubicBezTo>
                        <a:pt x="1968" y="12443"/>
                        <a:pt x="1801" y="12610"/>
                        <a:pt x="1635" y="12777"/>
                      </a:cubicBezTo>
                      <a:cubicBezTo>
                        <a:pt x="1268" y="13144"/>
                        <a:pt x="934" y="13544"/>
                        <a:pt x="934" y="13544"/>
                      </a:cubicBezTo>
                      <a:lnTo>
                        <a:pt x="1101" y="13877"/>
                      </a:lnTo>
                      <a:cubicBezTo>
                        <a:pt x="1201" y="14044"/>
                        <a:pt x="1334" y="14278"/>
                        <a:pt x="1501" y="14545"/>
                      </a:cubicBezTo>
                      <a:cubicBezTo>
                        <a:pt x="1668" y="14778"/>
                        <a:pt x="1801" y="14978"/>
                        <a:pt x="1968" y="15178"/>
                      </a:cubicBezTo>
                      <a:cubicBezTo>
                        <a:pt x="2035" y="15278"/>
                        <a:pt x="2102" y="15345"/>
                        <a:pt x="2135" y="15379"/>
                      </a:cubicBezTo>
                      <a:cubicBezTo>
                        <a:pt x="2135" y="15412"/>
                        <a:pt x="2168" y="15445"/>
                        <a:pt x="2202" y="15479"/>
                      </a:cubicBezTo>
                      <a:cubicBezTo>
                        <a:pt x="2202" y="15479"/>
                        <a:pt x="2702" y="15312"/>
                        <a:pt x="3169" y="15145"/>
                      </a:cubicBezTo>
                      <a:cubicBezTo>
                        <a:pt x="3403" y="15078"/>
                        <a:pt x="3603" y="14978"/>
                        <a:pt x="3770" y="14912"/>
                      </a:cubicBezTo>
                      <a:cubicBezTo>
                        <a:pt x="3903" y="15078"/>
                        <a:pt x="4036" y="15178"/>
                        <a:pt x="4136" y="15278"/>
                      </a:cubicBezTo>
                      <a:lnTo>
                        <a:pt x="4270" y="15412"/>
                      </a:lnTo>
                      <a:lnTo>
                        <a:pt x="4437" y="15545"/>
                      </a:lnTo>
                      <a:lnTo>
                        <a:pt x="4837" y="15846"/>
                      </a:lnTo>
                      <a:cubicBezTo>
                        <a:pt x="4804" y="16012"/>
                        <a:pt x="4737" y="16246"/>
                        <a:pt x="4704" y="16479"/>
                      </a:cubicBezTo>
                      <a:cubicBezTo>
                        <a:pt x="4570" y="16946"/>
                        <a:pt x="4537" y="17480"/>
                        <a:pt x="4537" y="17480"/>
                      </a:cubicBezTo>
                      <a:lnTo>
                        <a:pt x="4837" y="17680"/>
                      </a:lnTo>
                      <a:cubicBezTo>
                        <a:pt x="5004" y="17780"/>
                        <a:pt x="5271" y="17880"/>
                        <a:pt x="5537" y="18014"/>
                      </a:cubicBezTo>
                      <a:cubicBezTo>
                        <a:pt x="5771" y="18147"/>
                        <a:pt x="6004" y="18247"/>
                        <a:pt x="6271" y="18314"/>
                      </a:cubicBezTo>
                      <a:lnTo>
                        <a:pt x="6605" y="18447"/>
                      </a:lnTo>
                      <a:cubicBezTo>
                        <a:pt x="6605" y="18447"/>
                        <a:pt x="6705" y="18347"/>
                        <a:pt x="6838" y="18181"/>
                      </a:cubicBezTo>
                      <a:cubicBezTo>
                        <a:pt x="6938" y="18047"/>
                        <a:pt x="7105" y="17847"/>
                        <a:pt x="7272" y="17647"/>
                      </a:cubicBezTo>
                      <a:cubicBezTo>
                        <a:pt x="7439" y="17413"/>
                        <a:pt x="7539" y="17280"/>
                        <a:pt x="7639" y="17113"/>
                      </a:cubicBezTo>
                      <a:cubicBezTo>
                        <a:pt x="7806" y="17180"/>
                        <a:pt x="7973" y="17213"/>
                        <a:pt x="8139" y="17213"/>
                      </a:cubicBezTo>
                      <a:lnTo>
                        <a:pt x="8339" y="17247"/>
                      </a:lnTo>
                      <a:lnTo>
                        <a:pt x="8540" y="17280"/>
                      </a:lnTo>
                      <a:cubicBezTo>
                        <a:pt x="8706" y="17313"/>
                        <a:pt x="8873" y="17313"/>
                        <a:pt x="9040" y="17313"/>
                      </a:cubicBezTo>
                      <a:cubicBezTo>
                        <a:pt x="9107" y="17480"/>
                        <a:pt x="9173" y="17714"/>
                        <a:pt x="9240" y="17914"/>
                      </a:cubicBezTo>
                      <a:cubicBezTo>
                        <a:pt x="9440" y="18414"/>
                        <a:pt x="9674" y="18881"/>
                        <a:pt x="9674" y="18881"/>
                      </a:cubicBezTo>
                      <a:lnTo>
                        <a:pt x="10041" y="18881"/>
                      </a:lnTo>
                      <a:lnTo>
                        <a:pt x="10408" y="18848"/>
                      </a:lnTo>
                      <a:cubicBezTo>
                        <a:pt x="10541" y="18848"/>
                        <a:pt x="10674" y="18814"/>
                        <a:pt x="10808" y="18781"/>
                      </a:cubicBezTo>
                      <a:cubicBezTo>
                        <a:pt x="11075" y="18748"/>
                        <a:pt x="11342" y="18714"/>
                        <a:pt x="11575" y="18648"/>
                      </a:cubicBezTo>
                      <a:lnTo>
                        <a:pt x="11942" y="18581"/>
                      </a:lnTo>
                      <a:cubicBezTo>
                        <a:pt x="11942" y="18581"/>
                        <a:pt x="12009" y="18047"/>
                        <a:pt x="12075" y="17547"/>
                      </a:cubicBezTo>
                      <a:cubicBezTo>
                        <a:pt x="12075" y="17313"/>
                        <a:pt x="12075" y="17080"/>
                        <a:pt x="12075" y="16913"/>
                      </a:cubicBezTo>
                      <a:cubicBezTo>
                        <a:pt x="12276" y="16813"/>
                        <a:pt x="12442" y="16780"/>
                        <a:pt x="12576" y="16713"/>
                      </a:cubicBezTo>
                      <a:lnTo>
                        <a:pt x="12743" y="16646"/>
                      </a:lnTo>
                      <a:lnTo>
                        <a:pt x="12909" y="16546"/>
                      </a:lnTo>
                      <a:cubicBezTo>
                        <a:pt x="13076" y="16479"/>
                        <a:pt x="13243" y="16413"/>
                        <a:pt x="13376" y="16313"/>
                      </a:cubicBezTo>
                      <a:cubicBezTo>
                        <a:pt x="13510" y="16413"/>
                        <a:pt x="13677" y="16579"/>
                        <a:pt x="13877" y="16713"/>
                      </a:cubicBezTo>
                      <a:cubicBezTo>
                        <a:pt x="14277" y="17013"/>
                        <a:pt x="14744" y="17280"/>
                        <a:pt x="14744" y="17280"/>
                      </a:cubicBezTo>
                      <a:lnTo>
                        <a:pt x="15011" y="17080"/>
                      </a:lnTo>
                      <a:cubicBezTo>
                        <a:pt x="15178" y="16946"/>
                        <a:pt x="15445" y="16780"/>
                        <a:pt x="15645" y="16579"/>
                      </a:cubicBezTo>
                      <a:cubicBezTo>
                        <a:pt x="15845" y="16379"/>
                        <a:pt x="16045" y="16212"/>
                        <a:pt x="16212" y="16046"/>
                      </a:cubicBezTo>
                      <a:lnTo>
                        <a:pt x="16445" y="15779"/>
                      </a:lnTo>
                      <a:cubicBezTo>
                        <a:pt x="16445" y="15779"/>
                        <a:pt x="16245" y="15312"/>
                        <a:pt x="16012" y="14845"/>
                      </a:cubicBezTo>
                      <a:cubicBezTo>
                        <a:pt x="15912" y="14645"/>
                        <a:pt x="15778" y="14445"/>
                        <a:pt x="15711" y="14311"/>
                      </a:cubicBezTo>
                      <a:lnTo>
                        <a:pt x="16012" y="13877"/>
                      </a:lnTo>
                      <a:lnTo>
                        <a:pt x="16112" y="13711"/>
                      </a:lnTo>
                      <a:lnTo>
                        <a:pt x="16212" y="13544"/>
                      </a:lnTo>
                      <a:cubicBezTo>
                        <a:pt x="16278" y="13444"/>
                        <a:pt x="16379" y="13310"/>
                        <a:pt x="16479" y="13110"/>
                      </a:cubicBezTo>
                      <a:cubicBezTo>
                        <a:pt x="16645" y="13110"/>
                        <a:pt x="16846" y="13144"/>
                        <a:pt x="17079" y="13144"/>
                      </a:cubicBezTo>
                      <a:cubicBezTo>
                        <a:pt x="17346" y="13177"/>
                        <a:pt x="17613" y="13185"/>
                        <a:pt x="17813" y="13185"/>
                      </a:cubicBezTo>
                      <a:cubicBezTo>
                        <a:pt x="18013" y="13185"/>
                        <a:pt x="18146" y="13177"/>
                        <a:pt x="18146" y="13177"/>
                      </a:cubicBezTo>
                      <a:cubicBezTo>
                        <a:pt x="18146" y="13144"/>
                        <a:pt x="18146" y="13144"/>
                        <a:pt x="18180" y="13110"/>
                      </a:cubicBezTo>
                      <a:cubicBezTo>
                        <a:pt x="18213" y="13044"/>
                        <a:pt x="18213" y="12943"/>
                        <a:pt x="18280" y="12843"/>
                      </a:cubicBezTo>
                      <a:cubicBezTo>
                        <a:pt x="18347" y="12643"/>
                        <a:pt x="18447" y="12376"/>
                        <a:pt x="18513" y="12110"/>
                      </a:cubicBezTo>
                      <a:lnTo>
                        <a:pt x="18714" y="11342"/>
                      </a:lnTo>
                      <a:cubicBezTo>
                        <a:pt x="18747" y="11109"/>
                        <a:pt x="18780" y="10975"/>
                        <a:pt x="18780" y="10975"/>
                      </a:cubicBezTo>
                      <a:cubicBezTo>
                        <a:pt x="18780" y="10975"/>
                        <a:pt x="18347" y="10675"/>
                        <a:pt x="17880" y="10442"/>
                      </a:cubicBezTo>
                      <a:cubicBezTo>
                        <a:pt x="17679" y="10375"/>
                        <a:pt x="17479" y="10242"/>
                        <a:pt x="17313" y="10175"/>
                      </a:cubicBezTo>
                      <a:lnTo>
                        <a:pt x="17346" y="9441"/>
                      </a:lnTo>
                      <a:lnTo>
                        <a:pt x="17313" y="8740"/>
                      </a:lnTo>
                      <a:cubicBezTo>
                        <a:pt x="17479" y="8674"/>
                        <a:pt x="17679" y="8540"/>
                        <a:pt x="17880" y="8440"/>
                      </a:cubicBezTo>
                      <a:cubicBezTo>
                        <a:pt x="18313" y="8207"/>
                        <a:pt x="18747" y="7907"/>
                        <a:pt x="18747" y="7907"/>
                      </a:cubicBezTo>
                      <a:cubicBezTo>
                        <a:pt x="18747" y="7907"/>
                        <a:pt x="18747" y="7773"/>
                        <a:pt x="18714" y="7540"/>
                      </a:cubicBezTo>
                      <a:lnTo>
                        <a:pt x="18513" y="6772"/>
                      </a:lnTo>
                      <a:cubicBezTo>
                        <a:pt x="18447" y="6505"/>
                        <a:pt x="18313" y="6239"/>
                        <a:pt x="18247" y="6038"/>
                      </a:cubicBezTo>
                      <a:cubicBezTo>
                        <a:pt x="18213" y="5938"/>
                        <a:pt x="18180" y="5838"/>
                        <a:pt x="18146" y="5805"/>
                      </a:cubicBezTo>
                      <a:cubicBezTo>
                        <a:pt x="18146" y="5772"/>
                        <a:pt x="18146" y="5738"/>
                        <a:pt x="18113" y="5705"/>
                      </a:cubicBezTo>
                      <a:cubicBezTo>
                        <a:pt x="18113" y="5705"/>
                        <a:pt x="17579" y="5705"/>
                        <a:pt x="17079" y="5738"/>
                      </a:cubicBezTo>
                      <a:cubicBezTo>
                        <a:pt x="16846" y="5738"/>
                        <a:pt x="16645" y="5772"/>
                        <a:pt x="16445" y="5772"/>
                      </a:cubicBezTo>
                      <a:cubicBezTo>
                        <a:pt x="16345" y="5605"/>
                        <a:pt x="16245" y="5438"/>
                        <a:pt x="16178" y="5338"/>
                      </a:cubicBezTo>
                      <a:lnTo>
                        <a:pt x="16112" y="5171"/>
                      </a:lnTo>
                      <a:lnTo>
                        <a:pt x="16012" y="5004"/>
                      </a:lnTo>
                      <a:lnTo>
                        <a:pt x="15711" y="4571"/>
                      </a:lnTo>
                      <a:cubicBezTo>
                        <a:pt x="15778" y="4404"/>
                        <a:pt x="15912" y="4237"/>
                        <a:pt x="16012" y="4037"/>
                      </a:cubicBezTo>
                      <a:cubicBezTo>
                        <a:pt x="16245" y="3570"/>
                        <a:pt x="16445" y="3103"/>
                        <a:pt x="16445" y="3103"/>
                      </a:cubicBezTo>
                      <a:lnTo>
                        <a:pt x="16212" y="2836"/>
                      </a:lnTo>
                      <a:cubicBezTo>
                        <a:pt x="16078" y="2669"/>
                        <a:pt x="15845" y="2469"/>
                        <a:pt x="15645" y="2302"/>
                      </a:cubicBezTo>
                      <a:cubicBezTo>
                        <a:pt x="15445" y="2102"/>
                        <a:pt x="15211" y="1936"/>
                        <a:pt x="15011" y="1802"/>
                      </a:cubicBezTo>
                      <a:lnTo>
                        <a:pt x="14744" y="1569"/>
                      </a:lnTo>
                      <a:cubicBezTo>
                        <a:pt x="14744" y="1569"/>
                        <a:pt x="14277" y="1869"/>
                        <a:pt x="13877" y="2169"/>
                      </a:cubicBezTo>
                      <a:cubicBezTo>
                        <a:pt x="13677" y="2302"/>
                        <a:pt x="13510" y="2436"/>
                        <a:pt x="13376" y="2569"/>
                      </a:cubicBezTo>
                      <a:cubicBezTo>
                        <a:pt x="13243" y="2469"/>
                        <a:pt x="13076" y="2403"/>
                        <a:pt x="12909" y="2336"/>
                      </a:cubicBezTo>
                      <a:lnTo>
                        <a:pt x="12743" y="2236"/>
                      </a:lnTo>
                      <a:lnTo>
                        <a:pt x="12576" y="2169"/>
                      </a:lnTo>
                      <a:cubicBezTo>
                        <a:pt x="12442" y="2102"/>
                        <a:pt x="12276" y="2036"/>
                        <a:pt x="12075" y="1969"/>
                      </a:cubicBezTo>
                      <a:cubicBezTo>
                        <a:pt x="12075" y="1802"/>
                        <a:pt x="12075" y="1569"/>
                        <a:pt x="12075" y="1335"/>
                      </a:cubicBezTo>
                      <a:cubicBezTo>
                        <a:pt x="12009" y="835"/>
                        <a:pt x="11942" y="301"/>
                        <a:pt x="11942" y="301"/>
                      </a:cubicBezTo>
                      <a:lnTo>
                        <a:pt x="11575" y="234"/>
                      </a:lnTo>
                      <a:cubicBezTo>
                        <a:pt x="11342" y="168"/>
                        <a:pt x="11075" y="101"/>
                        <a:pt x="10808" y="68"/>
                      </a:cubicBezTo>
                      <a:cubicBezTo>
                        <a:pt x="10674" y="68"/>
                        <a:pt x="10541" y="34"/>
                        <a:pt x="10408" y="34"/>
                      </a:cubicBezTo>
                      <a:lnTo>
                        <a:pt x="10041" y="1"/>
                      </a:ln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p:nvPr/>
              </p:nvSpPr>
              <p:spPr>
                <a:xfrm rot="-1490218">
                  <a:off x="1870916" y="3323079"/>
                  <a:ext cx="525709" cy="528536"/>
                </a:xfrm>
                <a:custGeom>
                  <a:avLst/>
                  <a:gdLst/>
                  <a:ahLst/>
                  <a:cxnLst/>
                  <a:rect l="l" t="t" r="r" b="b"/>
                  <a:pathLst>
                    <a:path w="18781" h="18882" extrusionOk="0">
                      <a:moveTo>
                        <a:pt x="9274" y="3801"/>
                      </a:moveTo>
                      <a:cubicBezTo>
                        <a:pt x="12166" y="3801"/>
                        <a:pt x="14944" y="6056"/>
                        <a:pt x="14944" y="9441"/>
                      </a:cubicBezTo>
                      <a:cubicBezTo>
                        <a:pt x="14944" y="12543"/>
                        <a:pt x="12442" y="15078"/>
                        <a:pt x="9340" y="15078"/>
                      </a:cubicBezTo>
                      <a:lnTo>
                        <a:pt x="9307" y="15078"/>
                      </a:lnTo>
                      <a:cubicBezTo>
                        <a:pt x="4303" y="15078"/>
                        <a:pt x="1801" y="9007"/>
                        <a:pt x="5337" y="5471"/>
                      </a:cubicBezTo>
                      <a:cubicBezTo>
                        <a:pt x="6481" y="4317"/>
                        <a:pt x="7891" y="3801"/>
                        <a:pt x="9274" y="3801"/>
                      </a:cubicBezTo>
                      <a:close/>
                      <a:moveTo>
                        <a:pt x="9674" y="1"/>
                      </a:moveTo>
                      <a:cubicBezTo>
                        <a:pt x="9674" y="1"/>
                        <a:pt x="9440" y="468"/>
                        <a:pt x="9240" y="968"/>
                      </a:cubicBezTo>
                      <a:cubicBezTo>
                        <a:pt x="9173" y="1168"/>
                        <a:pt x="9107" y="1368"/>
                        <a:pt x="9040" y="1569"/>
                      </a:cubicBezTo>
                      <a:cubicBezTo>
                        <a:pt x="8873" y="1569"/>
                        <a:pt x="8706" y="1569"/>
                        <a:pt x="8540" y="1602"/>
                      </a:cubicBezTo>
                      <a:lnTo>
                        <a:pt x="8339" y="1635"/>
                      </a:lnTo>
                      <a:lnTo>
                        <a:pt x="8139" y="1669"/>
                      </a:lnTo>
                      <a:cubicBezTo>
                        <a:pt x="7973" y="1669"/>
                        <a:pt x="7806" y="1702"/>
                        <a:pt x="7639" y="1769"/>
                      </a:cubicBezTo>
                      <a:cubicBezTo>
                        <a:pt x="7539" y="1602"/>
                        <a:pt x="7405" y="1435"/>
                        <a:pt x="7272" y="1235"/>
                      </a:cubicBezTo>
                      <a:cubicBezTo>
                        <a:pt x="7139" y="1068"/>
                        <a:pt x="6938" y="835"/>
                        <a:pt x="6838" y="668"/>
                      </a:cubicBezTo>
                      <a:cubicBezTo>
                        <a:pt x="6705" y="535"/>
                        <a:pt x="6605" y="434"/>
                        <a:pt x="6605" y="434"/>
                      </a:cubicBezTo>
                      <a:lnTo>
                        <a:pt x="6271" y="568"/>
                      </a:lnTo>
                      <a:cubicBezTo>
                        <a:pt x="6004" y="635"/>
                        <a:pt x="5771" y="735"/>
                        <a:pt x="5537" y="835"/>
                      </a:cubicBezTo>
                      <a:cubicBezTo>
                        <a:pt x="5271" y="968"/>
                        <a:pt x="5004" y="1102"/>
                        <a:pt x="4837" y="1202"/>
                      </a:cubicBezTo>
                      <a:lnTo>
                        <a:pt x="4537" y="1402"/>
                      </a:lnTo>
                      <a:cubicBezTo>
                        <a:pt x="4537" y="1402"/>
                        <a:pt x="4570" y="1902"/>
                        <a:pt x="4704" y="2403"/>
                      </a:cubicBezTo>
                      <a:cubicBezTo>
                        <a:pt x="4737" y="2636"/>
                        <a:pt x="4804" y="2870"/>
                        <a:pt x="4837" y="3036"/>
                      </a:cubicBezTo>
                      <a:lnTo>
                        <a:pt x="4437" y="3337"/>
                      </a:lnTo>
                      <a:lnTo>
                        <a:pt x="4270" y="3470"/>
                      </a:lnTo>
                      <a:lnTo>
                        <a:pt x="4136" y="3603"/>
                      </a:lnTo>
                      <a:cubicBezTo>
                        <a:pt x="4003" y="3703"/>
                        <a:pt x="3870" y="3837"/>
                        <a:pt x="3770" y="3970"/>
                      </a:cubicBezTo>
                      <a:cubicBezTo>
                        <a:pt x="3603" y="3904"/>
                        <a:pt x="3403" y="3804"/>
                        <a:pt x="3169" y="3737"/>
                      </a:cubicBezTo>
                      <a:cubicBezTo>
                        <a:pt x="2702" y="3537"/>
                        <a:pt x="2202" y="3403"/>
                        <a:pt x="2202" y="3403"/>
                      </a:cubicBezTo>
                      <a:cubicBezTo>
                        <a:pt x="2168" y="3437"/>
                        <a:pt x="2135" y="3437"/>
                        <a:pt x="2135" y="3470"/>
                      </a:cubicBezTo>
                      <a:cubicBezTo>
                        <a:pt x="2102" y="3537"/>
                        <a:pt x="2035" y="3603"/>
                        <a:pt x="1968" y="3703"/>
                      </a:cubicBezTo>
                      <a:cubicBezTo>
                        <a:pt x="1801" y="3904"/>
                        <a:pt x="1668" y="4104"/>
                        <a:pt x="1501" y="4337"/>
                      </a:cubicBezTo>
                      <a:cubicBezTo>
                        <a:pt x="1368" y="4571"/>
                        <a:pt x="1201" y="4804"/>
                        <a:pt x="1101" y="5004"/>
                      </a:cubicBezTo>
                      <a:lnTo>
                        <a:pt x="934" y="5338"/>
                      </a:lnTo>
                      <a:cubicBezTo>
                        <a:pt x="934" y="5338"/>
                        <a:pt x="1268" y="5738"/>
                        <a:pt x="1635" y="6105"/>
                      </a:cubicBezTo>
                      <a:cubicBezTo>
                        <a:pt x="1801" y="6272"/>
                        <a:pt x="1968" y="6405"/>
                        <a:pt x="2102" y="6539"/>
                      </a:cubicBezTo>
                      <a:cubicBezTo>
                        <a:pt x="2035" y="6739"/>
                        <a:pt x="1968" y="6906"/>
                        <a:pt x="1902" y="7039"/>
                      </a:cubicBezTo>
                      <a:cubicBezTo>
                        <a:pt x="1902" y="7073"/>
                        <a:pt x="1868" y="7106"/>
                        <a:pt x="1868" y="7173"/>
                      </a:cubicBezTo>
                      <a:lnTo>
                        <a:pt x="1868" y="7206"/>
                      </a:lnTo>
                      <a:cubicBezTo>
                        <a:pt x="1868" y="7206"/>
                        <a:pt x="1801" y="7473"/>
                        <a:pt x="1701" y="7907"/>
                      </a:cubicBezTo>
                      <a:cubicBezTo>
                        <a:pt x="1535" y="7940"/>
                        <a:pt x="1301" y="7973"/>
                        <a:pt x="1101" y="8007"/>
                      </a:cubicBezTo>
                      <a:cubicBezTo>
                        <a:pt x="601" y="8140"/>
                        <a:pt x="67" y="8307"/>
                        <a:pt x="67" y="8307"/>
                      </a:cubicBezTo>
                      <a:cubicBezTo>
                        <a:pt x="67" y="8407"/>
                        <a:pt x="34" y="8540"/>
                        <a:pt x="34" y="8640"/>
                      </a:cubicBezTo>
                      <a:cubicBezTo>
                        <a:pt x="34" y="8874"/>
                        <a:pt x="34" y="9141"/>
                        <a:pt x="0" y="9441"/>
                      </a:cubicBezTo>
                      <a:cubicBezTo>
                        <a:pt x="0" y="9741"/>
                        <a:pt x="34" y="10008"/>
                        <a:pt x="34" y="10242"/>
                      </a:cubicBezTo>
                      <a:cubicBezTo>
                        <a:pt x="34" y="10342"/>
                        <a:pt x="67" y="10475"/>
                        <a:pt x="67" y="10575"/>
                      </a:cubicBezTo>
                      <a:cubicBezTo>
                        <a:pt x="67" y="10575"/>
                        <a:pt x="601" y="10742"/>
                        <a:pt x="1101" y="10842"/>
                      </a:cubicBezTo>
                      <a:cubicBezTo>
                        <a:pt x="1301" y="10909"/>
                        <a:pt x="1535" y="10942"/>
                        <a:pt x="1701" y="10975"/>
                      </a:cubicBezTo>
                      <a:cubicBezTo>
                        <a:pt x="1801" y="11376"/>
                        <a:pt x="1868" y="11676"/>
                        <a:pt x="1868" y="11676"/>
                      </a:cubicBezTo>
                      <a:lnTo>
                        <a:pt x="1868" y="11709"/>
                      </a:lnTo>
                      <a:cubicBezTo>
                        <a:pt x="1868" y="11743"/>
                        <a:pt x="1902" y="11809"/>
                        <a:pt x="1902" y="11843"/>
                      </a:cubicBezTo>
                      <a:cubicBezTo>
                        <a:pt x="1968" y="11976"/>
                        <a:pt x="2035" y="12143"/>
                        <a:pt x="2102" y="12343"/>
                      </a:cubicBezTo>
                      <a:cubicBezTo>
                        <a:pt x="1968" y="12443"/>
                        <a:pt x="1801" y="12610"/>
                        <a:pt x="1635" y="12777"/>
                      </a:cubicBezTo>
                      <a:cubicBezTo>
                        <a:pt x="1268" y="13144"/>
                        <a:pt x="934" y="13544"/>
                        <a:pt x="934" y="13544"/>
                      </a:cubicBezTo>
                      <a:lnTo>
                        <a:pt x="1101" y="13877"/>
                      </a:lnTo>
                      <a:cubicBezTo>
                        <a:pt x="1201" y="14044"/>
                        <a:pt x="1334" y="14278"/>
                        <a:pt x="1501" y="14545"/>
                      </a:cubicBezTo>
                      <a:cubicBezTo>
                        <a:pt x="1668" y="14778"/>
                        <a:pt x="1801" y="14978"/>
                        <a:pt x="1968" y="15178"/>
                      </a:cubicBezTo>
                      <a:cubicBezTo>
                        <a:pt x="2035" y="15278"/>
                        <a:pt x="2102" y="15345"/>
                        <a:pt x="2135" y="15379"/>
                      </a:cubicBezTo>
                      <a:cubicBezTo>
                        <a:pt x="2135" y="15412"/>
                        <a:pt x="2168" y="15445"/>
                        <a:pt x="2202" y="15479"/>
                      </a:cubicBezTo>
                      <a:cubicBezTo>
                        <a:pt x="2202" y="15479"/>
                        <a:pt x="2702" y="15312"/>
                        <a:pt x="3169" y="15145"/>
                      </a:cubicBezTo>
                      <a:cubicBezTo>
                        <a:pt x="3403" y="15078"/>
                        <a:pt x="3603" y="14978"/>
                        <a:pt x="3770" y="14912"/>
                      </a:cubicBezTo>
                      <a:cubicBezTo>
                        <a:pt x="3903" y="15078"/>
                        <a:pt x="4036" y="15178"/>
                        <a:pt x="4136" y="15278"/>
                      </a:cubicBezTo>
                      <a:lnTo>
                        <a:pt x="4270" y="15412"/>
                      </a:lnTo>
                      <a:lnTo>
                        <a:pt x="4437" y="15545"/>
                      </a:lnTo>
                      <a:lnTo>
                        <a:pt x="4837" y="15846"/>
                      </a:lnTo>
                      <a:cubicBezTo>
                        <a:pt x="4804" y="16012"/>
                        <a:pt x="4737" y="16246"/>
                        <a:pt x="4704" y="16479"/>
                      </a:cubicBezTo>
                      <a:cubicBezTo>
                        <a:pt x="4570" y="16946"/>
                        <a:pt x="4537" y="17480"/>
                        <a:pt x="4537" y="17480"/>
                      </a:cubicBezTo>
                      <a:lnTo>
                        <a:pt x="4837" y="17680"/>
                      </a:lnTo>
                      <a:cubicBezTo>
                        <a:pt x="5004" y="17780"/>
                        <a:pt x="5271" y="17880"/>
                        <a:pt x="5537" y="18014"/>
                      </a:cubicBezTo>
                      <a:cubicBezTo>
                        <a:pt x="5771" y="18147"/>
                        <a:pt x="6004" y="18247"/>
                        <a:pt x="6271" y="18314"/>
                      </a:cubicBezTo>
                      <a:lnTo>
                        <a:pt x="6605" y="18447"/>
                      </a:lnTo>
                      <a:cubicBezTo>
                        <a:pt x="6605" y="18447"/>
                        <a:pt x="6705" y="18347"/>
                        <a:pt x="6838" y="18181"/>
                      </a:cubicBezTo>
                      <a:cubicBezTo>
                        <a:pt x="6938" y="18047"/>
                        <a:pt x="7105" y="17847"/>
                        <a:pt x="7272" y="17647"/>
                      </a:cubicBezTo>
                      <a:cubicBezTo>
                        <a:pt x="7439" y="17413"/>
                        <a:pt x="7539" y="17280"/>
                        <a:pt x="7639" y="17113"/>
                      </a:cubicBezTo>
                      <a:cubicBezTo>
                        <a:pt x="7806" y="17180"/>
                        <a:pt x="7973" y="17213"/>
                        <a:pt x="8139" y="17213"/>
                      </a:cubicBezTo>
                      <a:lnTo>
                        <a:pt x="8339" y="17247"/>
                      </a:lnTo>
                      <a:lnTo>
                        <a:pt x="8540" y="17280"/>
                      </a:lnTo>
                      <a:cubicBezTo>
                        <a:pt x="8706" y="17313"/>
                        <a:pt x="8873" y="17313"/>
                        <a:pt x="9040" y="17313"/>
                      </a:cubicBezTo>
                      <a:cubicBezTo>
                        <a:pt x="9107" y="17480"/>
                        <a:pt x="9173" y="17714"/>
                        <a:pt x="9240" y="17914"/>
                      </a:cubicBezTo>
                      <a:cubicBezTo>
                        <a:pt x="9440" y="18414"/>
                        <a:pt x="9674" y="18881"/>
                        <a:pt x="9674" y="18881"/>
                      </a:cubicBezTo>
                      <a:lnTo>
                        <a:pt x="10041" y="18881"/>
                      </a:lnTo>
                      <a:lnTo>
                        <a:pt x="10408" y="18848"/>
                      </a:lnTo>
                      <a:cubicBezTo>
                        <a:pt x="10541" y="18848"/>
                        <a:pt x="10674" y="18814"/>
                        <a:pt x="10808" y="18781"/>
                      </a:cubicBezTo>
                      <a:cubicBezTo>
                        <a:pt x="11075" y="18748"/>
                        <a:pt x="11342" y="18714"/>
                        <a:pt x="11575" y="18648"/>
                      </a:cubicBezTo>
                      <a:lnTo>
                        <a:pt x="11942" y="18581"/>
                      </a:lnTo>
                      <a:cubicBezTo>
                        <a:pt x="11942" y="18581"/>
                        <a:pt x="12009" y="18047"/>
                        <a:pt x="12075" y="17547"/>
                      </a:cubicBezTo>
                      <a:cubicBezTo>
                        <a:pt x="12075" y="17313"/>
                        <a:pt x="12075" y="17080"/>
                        <a:pt x="12075" y="16913"/>
                      </a:cubicBezTo>
                      <a:cubicBezTo>
                        <a:pt x="12276" y="16813"/>
                        <a:pt x="12442" y="16780"/>
                        <a:pt x="12576" y="16713"/>
                      </a:cubicBezTo>
                      <a:lnTo>
                        <a:pt x="12743" y="16646"/>
                      </a:lnTo>
                      <a:lnTo>
                        <a:pt x="12909" y="16546"/>
                      </a:lnTo>
                      <a:cubicBezTo>
                        <a:pt x="13076" y="16479"/>
                        <a:pt x="13243" y="16413"/>
                        <a:pt x="13376" y="16313"/>
                      </a:cubicBezTo>
                      <a:cubicBezTo>
                        <a:pt x="13510" y="16413"/>
                        <a:pt x="13677" y="16579"/>
                        <a:pt x="13877" y="16713"/>
                      </a:cubicBezTo>
                      <a:cubicBezTo>
                        <a:pt x="14277" y="17013"/>
                        <a:pt x="14744" y="17280"/>
                        <a:pt x="14744" y="17280"/>
                      </a:cubicBezTo>
                      <a:lnTo>
                        <a:pt x="15011" y="17080"/>
                      </a:lnTo>
                      <a:cubicBezTo>
                        <a:pt x="15178" y="16946"/>
                        <a:pt x="15445" y="16780"/>
                        <a:pt x="15645" y="16579"/>
                      </a:cubicBezTo>
                      <a:cubicBezTo>
                        <a:pt x="15845" y="16379"/>
                        <a:pt x="16045" y="16212"/>
                        <a:pt x="16212" y="16046"/>
                      </a:cubicBezTo>
                      <a:lnTo>
                        <a:pt x="16445" y="15779"/>
                      </a:lnTo>
                      <a:cubicBezTo>
                        <a:pt x="16445" y="15779"/>
                        <a:pt x="16245" y="15312"/>
                        <a:pt x="16012" y="14845"/>
                      </a:cubicBezTo>
                      <a:cubicBezTo>
                        <a:pt x="15912" y="14645"/>
                        <a:pt x="15778" y="14445"/>
                        <a:pt x="15711" y="14311"/>
                      </a:cubicBezTo>
                      <a:lnTo>
                        <a:pt x="16012" y="13877"/>
                      </a:lnTo>
                      <a:lnTo>
                        <a:pt x="16112" y="13711"/>
                      </a:lnTo>
                      <a:lnTo>
                        <a:pt x="16212" y="13544"/>
                      </a:lnTo>
                      <a:cubicBezTo>
                        <a:pt x="16278" y="13444"/>
                        <a:pt x="16379" y="13310"/>
                        <a:pt x="16479" y="13110"/>
                      </a:cubicBezTo>
                      <a:cubicBezTo>
                        <a:pt x="16645" y="13110"/>
                        <a:pt x="16846" y="13144"/>
                        <a:pt x="17079" y="13144"/>
                      </a:cubicBezTo>
                      <a:cubicBezTo>
                        <a:pt x="17346" y="13177"/>
                        <a:pt x="17613" y="13185"/>
                        <a:pt x="17813" y="13185"/>
                      </a:cubicBezTo>
                      <a:cubicBezTo>
                        <a:pt x="18013" y="13185"/>
                        <a:pt x="18146" y="13177"/>
                        <a:pt x="18146" y="13177"/>
                      </a:cubicBezTo>
                      <a:cubicBezTo>
                        <a:pt x="18146" y="13144"/>
                        <a:pt x="18146" y="13144"/>
                        <a:pt x="18180" y="13110"/>
                      </a:cubicBezTo>
                      <a:cubicBezTo>
                        <a:pt x="18213" y="13044"/>
                        <a:pt x="18213" y="12943"/>
                        <a:pt x="18280" y="12843"/>
                      </a:cubicBezTo>
                      <a:cubicBezTo>
                        <a:pt x="18347" y="12643"/>
                        <a:pt x="18447" y="12376"/>
                        <a:pt x="18513" y="12110"/>
                      </a:cubicBezTo>
                      <a:lnTo>
                        <a:pt x="18714" y="11342"/>
                      </a:lnTo>
                      <a:cubicBezTo>
                        <a:pt x="18747" y="11109"/>
                        <a:pt x="18780" y="10975"/>
                        <a:pt x="18780" y="10975"/>
                      </a:cubicBezTo>
                      <a:cubicBezTo>
                        <a:pt x="18780" y="10975"/>
                        <a:pt x="18347" y="10675"/>
                        <a:pt x="17880" y="10442"/>
                      </a:cubicBezTo>
                      <a:cubicBezTo>
                        <a:pt x="17679" y="10375"/>
                        <a:pt x="17479" y="10242"/>
                        <a:pt x="17313" y="10175"/>
                      </a:cubicBezTo>
                      <a:lnTo>
                        <a:pt x="17346" y="9441"/>
                      </a:lnTo>
                      <a:lnTo>
                        <a:pt x="17313" y="8740"/>
                      </a:lnTo>
                      <a:cubicBezTo>
                        <a:pt x="17479" y="8674"/>
                        <a:pt x="17679" y="8540"/>
                        <a:pt x="17880" y="8440"/>
                      </a:cubicBezTo>
                      <a:cubicBezTo>
                        <a:pt x="18313" y="8207"/>
                        <a:pt x="18747" y="7907"/>
                        <a:pt x="18747" y="7907"/>
                      </a:cubicBezTo>
                      <a:cubicBezTo>
                        <a:pt x="18747" y="7907"/>
                        <a:pt x="18747" y="7773"/>
                        <a:pt x="18714" y="7540"/>
                      </a:cubicBezTo>
                      <a:lnTo>
                        <a:pt x="18513" y="6772"/>
                      </a:lnTo>
                      <a:cubicBezTo>
                        <a:pt x="18447" y="6505"/>
                        <a:pt x="18313" y="6239"/>
                        <a:pt x="18247" y="6038"/>
                      </a:cubicBezTo>
                      <a:cubicBezTo>
                        <a:pt x="18213" y="5938"/>
                        <a:pt x="18180" y="5838"/>
                        <a:pt x="18146" y="5805"/>
                      </a:cubicBezTo>
                      <a:cubicBezTo>
                        <a:pt x="18146" y="5772"/>
                        <a:pt x="18146" y="5738"/>
                        <a:pt x="18113" y="5705"/>
                      </a:cubicBezTo>
                      <a:cubicBezTo>
                        <a:pt x="18113" y="5705"/>
                        <a:pt x="17579" y="5705"/>
                        <a:pt x="17079" y="5738"/>
                      </a:cubicBezTo>
                      <a:cubicBezTo>
                        <a:pt x="16846" y="5738"/>
                        <a:pt x="16645" y="5772"/>
                        <a:pt x="16445" y="5772"/>
                      </a:cubicBezTo>
                      <a:cubicBezTo>
                        <a:pt x="16345" y="5605"/>
                        <a:pt x="16245" y="5438"/>
                        <a:pt x="16178" y="5338"/>
                      </a:cubicBezTo>
                      <a:lnTo>
                        <a:pt x="16112" y="5171"/>
                      </a:lnTo>
                      <a:lnTo>
                        <a:pt x="16012" y="5004"/>
                      </a:lnTo>
                      <a:lnTo>
                        <a:pt x="15711" y="4571"/>
                      </a:lnTo>
                      <a:cubicBezTo>
                        <a:pt x="15778" y="4404"/>
                        <a:pt x="15912" y="4237"/>
                        <a:pt x="16012" y="4037"/>
                      </a:cubicBezTo>
                      <a:cubicBezTo>
                        <a:pt x="16245" y="3570"/>
                        <a:pt x="16445" y="3103"/>
                        <a:pt x="16445" y="3103"/>
                      </a:cubicBezTo>
                      <a:lnTo>
                        <a:pt x="16212" y="2836"/>
                      </a:lnTo>
                      <a:cubicBezTo>
                        <a:pt x="16078" y="2669"/>
                        <a:pt x="15845" y="2469"/>
                        <a:pt x="15645" y="2302"/>
                      </a:cubicBezTo>
                      <a:cubicBezTo>
                        <a:pt x="15445" y="2102"/>
                        <a:pt x="15211" y="1936"/>
                        <a:pt x="15011" y="1802"/>
                      </a:cubicBezTo>
                      <a:lnTo>
                        <a:pt x="14744" y="1569"/>
                      </a:lnTo>
                      <a:cubicBezTo>
                        <a:pt x="14744" y="1569"/>
                        <a:pt x="14277" y="1869"/>
                        <a:pt x="13877" y="2169"/>
                      </a:cubicBezTo>
                      <a:cubicBezTo>
                        <a:pt x="13677" y="2302"/>
                        <a:pt x="13510" y="2436"/>
                        <a:pt x="13376" y="2569"/>
                      </a:cubicBezTo>
                      <a:cubicBezTo>
                        <a:pt x="13243" y="2469"/>
                        <a:pt x="13076" y="2403"/>
                        <a:pt x="12909" y="2336"/>
                      </a:cubicBezTo>
                      <a:lnTo>
                        <a:pt x="12743" y="2236"/>
                      </a:lnTo>
                      <a:lnTo>
                        <a:pt x="12576" y="2169"/>
                      </a:lnTo>
                      <a:cubicBezTo>
                        <a:pt x="12442" y="2102"/>
                        <a:pt x="12276" y="2036"/>
                        <a:pt x="12075" y="1969"/>
                      </a:cubicBezTo>
                      <a:cubicBezTo>
                        <a:pt x="12075" y="1802"/>
                        <a:pt x="12075" y="1569"/>
                        <a:pt x="12075" y="1335"/>
                      </a:cubicBezTo>
                      <a:cubicBezTo>
                        <a:pt x="12009" y="835"/>
                        <a:pt x="11942" y="301"/>
                        <a:pt x="11942" y="301"/>
                      </a:cubicBezTo>
                      <a:lnTo>
                        <a:pt x="11575" y="234"/>
                      </a:lnTo>
                      <a:cubicBezTo>
                        <a:pt x="11342" y="168"/>
                        <a:pt x="11075" y="101"/>
                        <a:pt x="10808" y="68"/>
                      </a:cubicBezTo>
                      <a:cubicBezTo>
                        <a:pt x="10674" y="68"/>
                        <a:pt x="10541" y="34"/>
                        <a:pt x="10408" y="34"/>
                      </a:cubicBezTo>
                      <a:lnTo>
                        <a:pt x="10041"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15"/>
              <p:cNvSpPr/>
              <p:nvPr/>
            </p:nvSpPr>
            <p:spPr>
              <a:xfrm>
                <a:off x="1075550" y="2784863"/>
                <a:ext cx="194400" cy="19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p:nvPr/>
            </p:nvSpPr>
            <p:spPr>
              <a:xfrm>
                <a:off x="1662950" y="2144625"/>
                <a:ext cx="194400" cy="1944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1857350" y="4034504"/>
                <a:ext cx="97800" cy="97800"/>
              </a:xfrm>
              <a:prstGeom prst="ellipse">
                <a:avLst/>
              </a:pr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p:nvPr/>
            </p:nvSpPr>
            <p:spPr>
              <a:xfrm>
                <a:off x="972475" y="2603225"/>
                <a:ext cx="42300" cy="42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a:off x="1502050" y="4340138"/>
                <a:ext cx="80100" cy="801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a:off x="2354275" y="4103438"/>
                <a:ext cx="80100" cy="80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5"/>
            <p:cNvSpPr/>
            <p:nvPr/>
          </p:nvSpPr>
          <p:spPr>
            <a:xfrm flipH="1">
              <a:off x="2323238" y="2634250"/>
              <a:ext cx="381000" cy="495625"/>
            </a:xfrm>
            <a:custGeom>
              <a:avLst/>
              <a:gdLst/>
              <a:ahLst/>
              <a:cxnLst/>
              <a:rect l="l" t="t" r="r" b="b"/>
              <a:pathLst>
                <a:path w="15240" h="19825" extrusionOk="0">
                  <a:moveTo>
                    <a:pt x="13597" y="1"/>
                  </a:moveTo>
                  <a:cubicBezTo>
                    <a:pt x="13347" y="1"/>
                    <a:pt x="13085" y="89"/>
                    <a:pt x="12843" y="294"/>
                  </a:cubicBezTo>
                  <a:lnTo>
                    <a:pt x="4404" y="8733"/>
                  </a:lnTo>
                  <a:lnTo>
                    <a:pt x="4404" y="5698"/>
                  </a:lnTo>
                  <a:cubicBezTo>
                    <a:pt x="4404" y="5298"/>
                    <a:pt x="4304" y="4931"/>
                    <a:pt x="4137" y="4564"/>
                  </a:cubicBezTo>
                  <a:cubicBezTo>
                    <a:pt x="4003" y="4297"/>
                    <a:pt x="3837" y="4063"/>
                    <a:pt x="3636" y="3863"/>
                  </a:cubicBezTo>
                  <a:lnTo>
                    <a:pt x="2702" y="2929"/>
                  </a:lnTo>
                  <a:cubicBezTo>
                    <a:pt x="2452" y="2690"/>
                    <a:pt x="2149" y="2582"/>
                    <a:pt x="1854" y="2582"/>
                  </a:cubicBezTo>
                  <a:cubicBezTo>
                    <a:pt x="1243" y="2582"/>
                    <a:pt x="668" y="3044"/>
                    <a:pt x="668" y="3763"/>
                  </a:cubicBezTo>
                  <a:cubicBezTo>
                    <a:pt x="668" y="4063"/>
                    <a:pt x="801" y="4364"/>
                    <a:pt x="1035" y="4597"/>
                  </a:cubicBezTo>
                  <a:lnTo>
                    <a:pt x="1268" y="4831"/>
                  </a:lnTo>
                  <a:cubicBezTo>
                    <a:pt x="1735" y="5331"/>
                    <a:pt x="2035" y="5998"/>
                    <a:pt x="2035" y="6699"/>
                  </a:cubicBezTo>
                  <a:lnTo>
                    <a:pt x="0" y="14104"/>
                  </a:lnTo>
                  <a:cubicBezTo>
                    <a:pt x="0" y="14704"/>
                    <a:pt x="234" y="15271"/>
                    <a:pt x="668" y="15705"/>
                  </a:cubicBezTo>
                  <a:lnTo>
                    <a:pt x="4137" y="19174"/>
                  </a:lnTo>
                  <a:cubicBezTo>
                    <a:pt x="4587" y="19608"/>
                    <a:pt x="5171" y="19825"/>
                    <a:pt x="5750" y="19825"/>
                  </a:cubicBezTo>
                  <a:cubicBezTo>
                    <a:pt x="6330" y="19825"/>
                    <a:pt x="6905" y="19608"/>
                    <a:pt x="7339" y="19174"/>
                  </a:cubicBezTo>
                  <a:lnTo>
                    <a:pt x="13177" y="13337"/>
                  </a:lnTo>
                  <a:cubicBezTo>
                    <a:pt x="13410" y="13103"/>
                    <a:pt x="13510" y="12803"/>
                    <a:pt x="13510" y="12503"/>
                  </a:cubicBezTo>
                  <a:cubicBezTo>
                    <a:pt x="13510" y="11784"/>
                    <a:pt x="12935" y="11307"/>
                    <a:pt x="12335" y="11307"/>
                  </a:cubicBezTo>
                  <a:cubicBezTo>
                    <a:pt x="12044" y="11307"/>
                    <a:pt x="11748" y="11418"/>
                    <a:pt x="11509" y="11669"/>
                  </a:cubicBezTo>
                  <a:lnTo>
                    <a:pt x="12176" y="10968"/>
                  </a:lnTo>
                  <a:cubicBezTo>
                    <a:pt x="13186" y="10135"/>
                    <a:pt x="12361" y="8843"/>
                    <a:pt x="11408" y="8843"/>
                  </a:cubicBezTo>
                  <a:cubicBezTo>
                    <a:pt x="11210" y="8843"/>
                    <a:pt x="11006" y="8899"/>
                    <a:pt x="10811" y="9027"/>
                  </a:cubicBezTo>
                  <a:lnTo>
                    <a:pt x="10811" y="9027"/>
                  </a:lnTo>
                  <a:lnTo>
                    <a:pt x="10842" y="9000"/>
                  </a:lnTo>
                  <a:cubicBezTo>
                    <a:pt x="11542" y="8119"/>
                    <a:pt x="10811" y="7035"/>
                    <a:pt x="9933" y="7035"/>
                  </a:cubicBezTo>
                  <a:cubicBezTo>
                    <a:pt x="9682" y="7035"/>
                    <a:pt x="9419" y="7124"/>
                    <a:pt x="9174" y="7332"/>
                  </a:cubicBezTo>
                  <a:lnTo>
                    <a:pt x="14511" y="1962"/>
                  </a:lnTo>
                  <a:cubicBezTo>
                    <a:pt x="15239" y="1103"/>
                    <a:pt x="14486" y="1"/>
                    <a:pt x="13597"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15"/>
          <p:cNvGrpSpPr/>
          <p:nvPr/>
        </p:nvGrpSpPr>
        <p:grpSpPr>
          <a:xfrm>
            <a:off x="6810100" y="1117250"/>
            <a:ext cx="2059600" cy="2523048"/>
            <a:chOff x="2962600" y="1787438"/>
            <a:chExt cx="2059600" cy="2523048"/>
          </a:xfrm>
        </p:grpSpPr>
        <p:sp>
          <p:nvSpPr>
            <p:cNvPr id="117" name="Google Shape;117;p15"/>
            <p:cNvSpPr/>
            <p:nvPr/>
          </p:nvSpPr>
          <p:spPr>
            <a:xfrm>
              <a:off x="3488800" y="2222313"/>
              <a:ext cx="1161675" cy="555400"/>
            </a:xfrm>
            <a:custGeom>
              <a:avLst/>
              <a:gdLst/>
              <a:ahLst/>
              <a:cxnLst/>
              <a:rect l="l" t="t" r="r" b="b"/>
              <a:pathLst>
                <a:path w="46467" h="22216" extrusionOk="0">
                  <a:moveTo>
                    <a:pt x="24418" y="0"/>
                  </a:moveTo>
                  <a:cubicBezTo>
                    <a:pt x="17713" y="33"/>
                    <a:pt x="12042" y="5004"/>
                    <a:pt x="11175" y="11675"/>
                  </a:cubicBezTo>
                  <a:cubicBezTo>
                    <a:pt x="10975" y="11675"/>
                    <a:pt x="10808" y="11642"/>
                    <a:pt x="10608" y="11642"/>
                  </a:cubicBezTo>
                  <a:cubicBezTo>
                    <a:pt x="4737" y="11642"/>
                    <a:pt x="0" y="16378"/>
                    <a:pt x="0" y="22216"/>
                  </a:cubicBezTo>
                  <a:lnTo>
                    <a:pt x="46233" y="22216"/>
                  </a:lnTo>
                  <a:cubicBezTo>
                    <a:pt x="46367" y="21582"/>
                    <a:pt x="46467" y="20915"/>
                    <a:pt x="46467" y="20248"/>
                  </a:cubicBezTo>
                  <a:cubicBezTo>
                    <a:pt x="46467" y="15511"/>
                    <a:pt x="42598" y="11642"/>
                    <a:pt x="37827" y="11642"/>
                  </a:cubicBezTo>
                  <a:lnTo>
                    <a:pt x="37694" y="11642"/>
                  </a:lnTo>
                  <a:cubicBezTo>
                    <a:pt x="36827" y="4970"/>
                    <a:pt x="31156" y="0"/>
                    <a:pt x="24418"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4188475" y="2631763"/>
              <a:ext cx="74225" cy="467850"/>
            </a:xfrm>
            <a:custGeom>
              <a:avLst/>
              <a:gdLst/>
              <a:ahLst/>
              <a:cxnLst/>
              <a:rect l="l" t="t" r="r" b="b"/>
              <a:pathLst>
                <a:path w="2969" h="18714" extrusionOk="0">
                  <a:moveTo>
                    <a:pt x="0" y="0"/>
                  </a:moveTo>
                  <a:lnTo>
                    <a:pt x="0" y="15245"/>
                  </a:lnTo>
                  <a:lnTo>
                    <a:pt x="1468" y="18714"/>
                  </a:lnTo>
                  <a:lnTo>
                    <a:pt x="2969" y="15245"/>
                  </a:lnTo>
                  <a:lnTo>
                    <a:pt x="2969" y="0"/>
                  </a:ln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3904100" y="2545038"/>
              <a:ext cx="75075" cy="467850"/>
            </a:xfrm>
            <a:custGeom>
              <a:avLst/>
              <a:gdLst/>
              <a:ahLst/>
              <a:cxnLst/>
              <a:rect l="l" t="t" r="r" b="b"/>
              <a:pathLst>
                <a:path w="3003" h="18714" extrusionOk="0">
                  <a:moveTo>
                    <a:pt x="1501" y="0"/>
                  </a:moveTo>
                  <a:lnTo>
                    <a:pt x="0" y="3469"/>
                  </a:lnTo>
                  <a:lnTo>
                    <a:pt x="0" y="18714"/>
                  </a:lnTo>
                  <a:lnTo>
                    <a:pt x="3002" y="18714"/>
                  </a:lnTo>
                  <a:lnTo>
                    <a:pt x="3002" y="3469"/>
                  </a:lnTo>
                  <a:lnTo>
                    <a:pt x="1501" y="0"/>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a:off x="2962600" y="2574213"/>
              <a:ext cx="1161675" cy="555425"/>
            </a:xfrm>
            <a:custGeom>
              <a:avLst/>
              <a:gdLst/>
              <a:ahLst/>
              <a:cxnLst/>
              <a:rect l="l" t="t" r="r" b="b"/>
              <a:pathLst>
                <a:path w="46467" h="22217" extrusionOk="0">
                  <a:moveTo>
                    <a:pt x="24417" y="1"/>
                  </a:moveTo>
                  <a:cubicBezTo>
                    <a:pt x="17713" y="1"/>
                    <a:pt x="12042" y="4971"/>
                    <a:pt x="11175" y="11609"/>
                  </a:cubicBezTo>
                  <a:lnTo>
                    <a:pt x="10574" y="11609"/>
                  </a:lnTo>
                  <a:cubicBezTo>
                    <a:pt x="4737" y="11609"/>
                    <a:pt x="0" y="16346"/>
                    <a:pt x="0" y="22217"/>
                  </a:cubicBezTo>
                  <a:lnTo>
                    <a:pt x="46233" y="22217"/>
                  </a:lnTo>
                  <a:cubicBezTo>
                    <a:pt x="46366" y="21583"/>
                    <a:pt x="46433" y="20916"/>
                    <a:pt x="46467" y="20249"/>
                  </a:cubicBezTo>
                  <a:cubicBezTo>
                    <a:pt x="46467" y="15479"/>
                    <a:pt x="42597" y="11609"/>
                    <a:pt x="37827" y="11609"/>
                  </a:cubicBezTo>
                  <a:lnTo>
                    <a:pt x="37694" y="11609"/>
                  </a:lnTo>
                  <a:cubicBezTo>
                    <a:pt x="36826" y="4971"/>
                    <a:pt x="31156" y="1"/>
                    <a:pt x="24417"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a:off x="3491300" y="2730163"/>
              <a:ext cx="194325" cy="158475"/>
            </a:xfrm>
            <a:custGeom>
              <a:avLst/>
              <a:gdLst/>
              <a:ahLst/>
              <a:cxnLst/>
              <a:rect l="l" t="t" r="r" b="b"/>
              <a:pathLst>
                <a:path w="7773" h="6339" fill="none" extrusionOk="0">
                  <a:moveTo>
                    <a:pt x="0" y="2302"/>
                  </a:moveTo>
                  <a:cubicBezTo>
                    <a:pt x="3269" y="1"/>
                    <a:pt x="7773" y="2302"/>
                    <a:pt x="7773" y="6339"/>
                  </a:cubicBezTo>
                </a:path>
              </a:pathLst>
            </a:custGeom>
            <a:solidFill>
              <a:schemeClr val="lt1"/>
            </a:solidFill>
            <a:ln w="3170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a:off x="3452100" y="2751838"/>
              <a:ext cx="80075" cy="82600"/>
            </a:xfrm>
            <a:custGeom>
              <a:avLst/>
              <a:gdLst/>
              <a:ahLst/>
              <a:cxnLst/>
              <a:rect l="l" t="t" r="r" b="b"/>
              <a:pathLst>
                <a:path w="3203" h="3304" extrusionOk="0">
                  <a:moveTo>
                    <a:pt x="735" y="1"/>
                  </a:moveTo>
                  <a:lnTo>
                    <a:pt x="1" y="3303"/>
                  </a:lnTo>
                  <a:lnTo>
                    <a:pt x="3203" y="2303"/>
                  </a:lnTo>
                  <a:lnTo>
                    <a:pt x="7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p:nvPr/>
          </p:nvSpPr>
          <p:spPr>
            <a:xfrm>
              <a:off x="3452100" y="2875263"/>
              <a:ext cx="194325" cy="158475"/>
            </a:xfrm>
            <a:custGeom>
              <a:avLst/>
              <a:gdLst/>
              <a:ahLst/>
              <a:cxnLst/>
              <a:rect l="l" t="t" r="r" b="b"/>
              <a:pathLst>
                <a:path w="7773" h="6339" fill="none" extrusionOk="0">
                  <a:moveTo>
                    <a:pt x="7773" y="4037"/>
                  </a:moveTo>
                  <a:cubicBezTo>
                    <a:pt x="4504" y="6339"/>
                    <a:pt x="1" y="4037"/>
                    <a:pt x="1" y="1"/>
                  </a:cubicBezTo>
                </a:path>
              </a:pathLst>
            </a:custGeom>
            <a:solidFill>
              <a:schemeClr val="lt1"/>
            </a:solidFill>
            <a:ln w="3170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3605550" y="2929488"/>
              <a:ext cx="80075" cy="82575"/>
            </a:xfrm>
            <a:custGeom>
              <a:avLst/>
              <a:gdLst/>
              <a:ahLst/>
              <a:cxnLst/>
              <a:rect l="l" t="t" r="r" b="b"/>
              <a:pathLst>
                <a:path w="3203" h="3303" extrusionOk="0">
                  <a:moveTo>
                    <a:pt x="3203" y="0"/>
                  </a:moveTo>
                  <a:lnTo>
                    <a:pt x="0" y="1001"/>
                  </a:lnTo>
                  <a:lnTo>
                    <a:pt x="2469" y="3302"/>
                  </a:lnTo>
                  <a:lnTo>
                    <a:pt x="32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a:off x="3481113" y="3343700"/>
              <a:ext cx="381000" cy="495625"/>
            </a:xfrm>
            <a:custGeom>
              <a:avLst/>
              <a:gdLst/>
              <a:ahLst/>
              <a:cxnLst/>
              <a:rect l="l" t="t" r="r" b="b"/>
              <a:pathLst>
                <a:path w="15240" h="19825" extrusionOk="0">
                  <a:moveTo>
                    <a:pt x="13597" y="1"/>
                  </a:moveTo>
                  <a:cubicBezTo>
                    <a:pt x="13347" y="1"/>
                    <a:pt x="13085" y="89"/>
                    <a:pt x="12843" y="294"/>
                  </a:cubicBezTo>
                  <a:lnTo>
                    <a:pt x="4404" y="8733"/>
                  </a:lnTo>
                  <a:lnTo>
                    <a:pt x="4404" y="5698"/>
                  </a:lnTo>
                  <a:cubicBezTo>
                    <a:pt x="4404" y="5298"/>
                    <a:pt x="4304" y="4931"/>
                    <a:pt x="4137" y="4564"/>
                  </a:cubicBezTo>
                  <a:cubicBezTo>
                    <a:pt x="4003" y="4297"/>
                    <a:pt x="3837" y="4063"/>
                    <a:pt x="3636" y="3863"/>
                  </a:cubicBezTo>
                  <a:lnTo>
                    <a:pt x="2702" y="2929"/>
                  </a:lnTo>
                  <a:cubicBezTo>
                    <a:pt x="2452" y="2690"/>
                    <a:pt x="2149" y="2582"/>
                    <a:pt x="1854" y="2582"/>
                  </a:cubicBezTo>
                  <a:cubicBezTo>
                    <a:pt x="1243" y="2582"/>
                    <a:pt x="668" y="3044"/>
                    <a:pt x="668" y="3763"/>
                  </a:cubicBezTo>
                  <a:cubicBezTo>
                    <a:pt x="668" y="4063"/>
                    <a:pt x="801" y="4364"/>
                    <a:pt x="1035" y="4597"/>
                  </a:cubicBezTo>
                  <a:lnTo>
                    <a:pt x="1268" y="4831"/>
                  </a:lnTo>
                  <a:cubicBezTo>
                    <a:pt x="1735" y="5331"/>
                    <a:pt x="2035" y="5998"/>
                    <a:pt x="2035" y="6699"/>
                  </a:cubicBezTo>
                  <a:lnTo>
                    <a:pt x="0" y="14104"/>
                  </a:lnTo>
                  <a:cubicBezTo>
                    <a:pt x="0" y="14704"/>
                    <a:pt x="234" y="15271"/>
                    <a:pt x="668" y="15705"/>
                  </a:cubicBezTo>
                  <a:lnTo>
                    <a:pt x="4137" y="19174"/>
                  </a:lnTo>
                  <a:cubicBezTo>
                    <a:pt x="4587" y="19608"/>
                    <a:pt x="5171" y="19825"/>
                    <a:pt x="5750" y="19825"/>
                  </a:cubicBezTo>
                  <a:cubicBezTo>
                    <a:pt x="6330" y="19825"/>
                    <a:pt x="6905" y="19608"/>
                    <a:pt x="7339" y="19174"/>
                  </a:cubicBezTo>
                  <a:lnTo>
                    <a:pt x="13177" y="13337"/>
                  </a:lnTo>
                  <a:cubicBezTo>
                    <a:pt x="13410" y="13103"/>
                    <a:pt x="13510" y="12803"/>
                    <a:pt x="13510" y="12503"/>
                  </a:cubicBezTo>
                  <a:cubicBezTo>
                    <a:pt x="13510" y="11784"/>
                    <a:pt x="12935" y="11307"/>
                    <a:pt x="12335" y="11307"/>
                  </a:cubicBezTo>
                  <a:cubicBezTo>
                    <a:pt x="12044" y="11307"/>
                    <a:pt x="11748" y="11418"/>
                    <a:pt x="11509" y="11669"/>
                  </a:cubicBezTo>
                  <a:lnTo>
                    <a:pt x="12176" y="10968"/>
                  </a:lnTo>
                  <a:cubicBezTo>
                    <a:pt x="13186" y="10135"/>
                    <a:pt x="12361" y="8843"/>
                    <a:pt x="11408" y="8843"/>
                  </a:cubicBezTo>
                  <a:cubicBezTo>
                    <a:pt x="11210" y="8843"/>
                    <a:pt x="11006" y="8899"/>
                    <a:pt x="10811" y="9027"/>
                  </a:cubicBezTo>
                  <a:lnTo>
                    <a:pt x="10811" y="9027"/>
                  </a:lnTo>
                  <a:lnTo>
                    <a:pt x="10842" y="9000"/>
                  </a:lnTo>
                  <a:cubicBezTo>
                    <a:pt x="11542" y="8119"/>
                    <a:pt x="10811" y="7035"/>
                    <a:pt x="9933" y="7035"/>
                  </a:cubicBezTo>
                  <a:cubicBezTo>
                    <a:pt x="9682" y="7035"/>
                    <a:pt x="9419" y="7124"/>
                    <a:pt x="9174" y="7332"/>
                  </a:cubicBezTo>
                  <a:lnTo>
                    <a:pt x="14511" y="1962"/>
                  </a:lnTo>
                  <a:cubicBezTo>
                    <a:pt x="15239" y="1103"/>
                    <a:pt x="14486" y="1"/>
                    <a:pt x="1359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15"/>
            <p:cNvGrpSpPr/>
            <p:nvPr/>
          </p:nvGrpSpPr>
          <p:grpSpPr>
            <a:xfrm>
              <a:off x="4068550" y="3518650"/>
              <a:ext cx="503452" cy="791836"/>
              <a:chOff x="6398413" y="1345150"/>
              <a:chExt cx="503452" cy="791836"/>
            </a:xfrm>
          </p:grpSpPr>
          <p:sp>
            <p:nvSpPr>
              <p:cNvPr id="127" name="Google Shape;127;p15"/>
              <p:cNvSpPr/>
              <p:nvPr/>
            </p:nvSpPr>
            <p:spPr>
              <a:xfrm>
                <a:off x="6450067" y="1345150"/>
                <a:ext cx="402560" cy="348494"/>
              </a:xfrm>
              <a:custGeom>
                <a:avLst/>
                <a:gdLst/>
                <a:ahLst/>
                <a:cxnLst/>
                <a:rect l="l" t="t" r="r" b="b"/>
                <a:pathLst>
                  <a:path w="11176" h="9675" extrusionOk="0">
                    <a:moveTo>
                      <a:pt x="5571" y="0"/>
                    </a:moveTo>
                    <a:cubicBezTo>
                      <a:pt x="2569" y="0"/>
                      <a:pt x="67" y="2402"/>
                      <a:pt x="1" y="5438"/>
                    </a:cubicBezTo>
                    <a:lnTo>
                      <a:pt x="1" y="9674"/>
                    </a:lnTo>
                    <a:lnTo>
                      <a:pt x="1969" y="9674"/>
                    </a:lnTo>
                    <a:lnTo>
                      <a:pt x="1969" y="5438"/>
                    </a:lnTo>
                    <a:cubicBezTo>
                      <a:pt x="1969" y="3436"/>
                      <a:pt x="3603" y="1835"/>
                      <a:pt x="5571" y="1835"/>
                    </a:cubicBezTo>
                    <a:cubicBezTo>
                      <a:pt x="7573" y="1835"/>
                      <a:pt x="9174" y="3436"/>
                      <a:pt x="9207" y="5438"/>
                    </a:cubicBezTo>
                    <a:lnTo>
                      <a:pt x="9207" y="9674"/>
                    </a:lnTo>
                    <a:lnTo>
                      <a:pt x="11175" y="9674"/>
                    </a:lnTo>
                    <a:lnTo>
                      <a:pt x="11175" y="5438"/>
                    </a:lnTo>
                    <a:cubicBezTo>
                      <a:pt x="11075" y="2402"/>
                      <a:pt x="8607" y="0"/>
                      <a:pt x="5571" y="0"/>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a:off x="6398413" y="1633534"/>
                <a:ext cx="503452" cy="503452"/>
              </a:xfrm>
              <a:custGeom>
                <a:avLst/>
                <a:gdLst/>
                <a:ahLst/>
                <a:cxnLst/>
                <a:rect l="l" t="t" r="r" b="b"/>
                <a:pathLst>
                  <a:path w="13977" h="13977" extrusionOk="0">
                    <a:moveTo>
                      <a:pt x="0" y="0"/>
                    </a:moveTo>
                    <a:lnTo>
                      <a:pt x="0" y="13977"/>
                    </a:lnTo>
                    <a:lnTo>
                      <a:pt x="13977" y="13977"/>
                    </a:lnTo>
                    <a:lnTo>
                      <a:pt x="13977" y="0"/>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p:cNvSpPr/>
              <p:nvPr/>
            </p:nvSpPr>
            <p:spPr>
              <a:xfrm>
                <a:off x="6559426" y="1757302"/>
                <a:ext cx="159821" cy="136696"/>
              </a:xfrm>
              <a:custGeom>
                <a:avLst/>
                <a:gdLst/>
                <a:ahLst/>
                <a:cxnLst/>
                <a:rect l="l" t="t" r="r" b="b"/>
                <a:pathLst>
                  <a:path w="4437" h="3795" extrusionOk="0">
                    <a:moveTo>
                      <a:pt x="2535" y="0"/>
                    </a:moveTo>
                    <a:cubicBezTo>
                      <a:pt x="834" y="0"/>
                      <a:pt x="0" y="2035"/>
                      <a:pt x="1168" y="3236"/>
                    </a:cubicBezTo>
                    <a:cubicBezTo>
                      <a:pt x="1554" y="3622"/>
                      <a:pt x="2031" y="3795"/>
                      <a:pt x="2500" y="3795"/>
                    </a:cubicBezTo>
                    <a:cubicBezTo>
                      <a:pt x="3486" y="3795"/>
                      <a:pt x="4437" y="3032"/>
                      <a:pt x="4437" y="1901"/>
                    </a:cubicBezTo>
                    <a:cubicBezTo>
                      <a:pt x="4437" y="834"/>
                      <a:pt x="3569" y="0"/>
                      <a:pt x="2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6625489" y="1836585"/>
                <a:ext cx="50500" cy="159857"/>
              </a:xfrm>
              <a:custGeom>
                <a:avLst/>
                <a:gdLst/>
                <a:ahLst/>
                <a:cxnLst/>
                <a:rect l="l" t="t" r="r" b="b"/>
                <a:pathLst>
                  <a:path w="1402" h="4438" extrusionOk="0">
                    <a:moveTo>
                      <a:pt x="1" y="1"/>
                    </a:moveTo>
                    <a:lnTo>
                      <a:pt x="1" y="3837"/>
                    </a:lnTo>
                    <a:cubicBezTo>
                      <a:pt x="1" y="4170"/>
                      <a:pt x="268" y="4437"/>
                      <a:pt x="568" y="4437"/>
                    </a:cubicBezTo>
                    <a:lnTo>
                      <a:pt x="801" y="4437"/>
                    </a:lnTo>
                    <a:cubicBezTo>
                      <a:pt x="1135" y="4437"/>
                      <a:pt x="1402" y="4170"/>
                      <a:pt x="1402" y="3837"/>
                    </a:cubicBezTo>
                    <a:lnTo>
                      <a:pt x="14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15"/>
            <p:cNvSpPr/>
            <p:nvPr/>
          </p:nvSpPr>
          <p:spPr>
            <a:xfrm>
              <a:off x="3257525" y="3245904"/>
              <a:ext cx="97800" cy="97800"/>
            </a:xfrm>
            <a:prstGeom prst="ellipse">
              <a:avLst/>
            </a:pr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a:off x="4650475" y="2222325"/>
              <a:ext cx="194400" cy="1944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a:off x="3063125" y="2222313"/>
              <a:ext cx="194400" cy="19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a:off x="3979175" y="3518650"/>
              <a:ext cx="42300" cy="42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a:off x="4924400" y="4183554"/>
              <a:ext cx="97800" cy="978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p:nvPr/>
          </p:nvSpPr>
          <p:spPr>
            <a:xfrm>
              <a:off x="3740425" y="1787438"/>
              <a:ext cx="80100" cy="801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5"/>
            <p:cNvSpPr/>
            <p:nvPr/>
          </p:nvSpPr>
          <p:spPr>
            <a:xfrm>
              <a:off x="3276975" y="4043338"/>
              <a:ext cx="80100" cy="80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F7A750D4-8A58-BD98-B751-4FB75E41C205}"/>
              </a:ext>
            </a:extLst>
          </p:cNvPr>
          <p:cNvSpPr>
            <a:spLocks noGrp="1"/>
          </p:cNvSpPr>
          <p:nvPr>
            <p:ph type="subTitle" idx="1"/>
          </p:nvPr>
        </p:nvSpPr>
        <p:spPr/>
        <p:txBody>
          <a:bodyPr/>
          <a:lstStyle/>
          <a:p>
            <a:r>
              <a:rPr lang="en-US" b="1" dirty="0"/>
              <a:t>GROUP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43C25EAD-A80A-1DA5-1925-28C5B8C60D44}"/>
            </a:ext>
          </a:extLst>
        </p:cNvPr>
        <p:cNvGrpSpPr/>
        <p:nvPr/>
      </p:nvGrpSpPr>
      <p:grpSpPr>
        <a:xfrm>
          <a:off x="0" y="0"/>
          <a:ext cx="0" cy="0"/>
          <a:chOff x="0" y="0"/>
          <a:chExt cx="0" cy="0"/>
        </a:xfrm>
      </p:grpSpPr>
      <p:sp>
        <p:nvSpPr>
          <p:cNvPr id="87" name="Google Shape;87;p15">
            <a:extLst>
              <a:ext uri="{FF2B5EF4-FFF2-40B4-BE49-F238E27FC236}">
                <a16:creationId xmlns:a16="http://schemas.microsoft.com/office/drawing/2014/main" id="{2D401453-C694-0E7F-4226-3BF95F7D5AAF}"/>
              </a:ext>
            </a:extLst>
          </p:cNvPr>
          <p:cNvSpPr txBox="1">
            <a:spLocks noGrp="1"/>
          </p:cNvSpPr>
          <p:nvPr>
            <p:ph type="ctrTitle"/>
          </p:nvPr>
        </p:nvSpPr>
        <p:spPr>
          <a:xfrm>
            <a:off x="2002350" y="1334775"/>
            <a:ext cx="5139300" cy="3167864"/>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2800" dirty="0">
                <a:solidFill>
                  <a:schemeClr val="lt2"/>
                </a:solidFill>
              </a:rPr>
              <a:t>P SRIMAN PATRO</a:t>
            </a:r>
            <a:br>
              <a:rPr lang="en" sz="2800" dirty="0">
                <a:solidFill>
                  <a:schemeClr val="lt2"/>
                </a:solidFill>
              </a:rPr>
            </a:br>
            <a:r>
              <a:rPr lang="en" sz="2800" dirty="0">
                <a:solidFill>
                  <a:schemeClr val="lt2"/>
                </a:solidFill>
              </a:rPr>
              <a:t>PREETI NANDI</a:t>
            </a:r>
            <a:br>
              <a:rPr lang="en" sz="2800" dirty="0">
                <a:solidFill>
                  <a:schemeClr val="lt2"/>
                </a:solidFill>
              </a:rPr>
            </a:br>
            <a:r>
              <a:rPr lang="en" sz="2800" dirty="0">
                <a:solidFill>
                  <a:schemeClr val="lt2"/>
                </a:solidFill>
              </a:rPr>
              <a:t>RUTUJA BALASAHEB GHANDGE</a:t>
            </a:r>
            <a:br>
              <a:rPr lang="en" sz="2800" dirty="0">
                <a:solidFill>
                  <a:schemeClr val="lt2"/>
                </a:solidFill>
              </a:rPr>
            </a:br>
            <a:r>
              <a:rPr lang="en" sz="2800" dirty="0">
                <a:solidFill>
                  <a:schemeClr val="lt2"/>
                </a:solidFill>
              </a:rPr>
              <a:t>YALAMANDALA SAI ROHITH</a:t>
            </a:r>
            <a:br>
              <a:rPr lang="en" sz="2800" dirty="0">
                <a:solidFill>
                  <a:schemeClr val="lt2"/>
                </a:solidFill>
              </a:rPr>
            </a:br>
            <a:r>
              <a:rPr lang="en" sz="2800" dirty="0">
                <a:solidFill>
                  <a:schemeClr val="lt2"/>
                </a:solidFill>
              </a:rPr>
              <a:t>RAHUL THAKUR</a:t>
            </a:r>
            <a:br>
              <a:rPr lang="en" sz="2800" dirty="0">
                <a:solidFill>
                  <a:schemeClr val="lt2"/>
                </a:solidFill>
              </a:rPr>
            </a:br>
            <a:r>
              <a:rPr lang="en" sz="2800" dirty="0">
                <a:solidFill>
                  <a:schemeClr val="lt2"/>
                </a:solidFill>
              </a:rPr>
              <a:t>RAKSHITHA M R</a:t>
            </a:r>
            <a:br>
              <a:rPr lang="en" sz="2800" dirty="0">
                <a:solidFill>
                  <a:schemeClr val="lt2"/>
                </a:solidFill>
              </a:rPr>
            </a:br>
            <a:r>
              <a:rPr lang="en" sz="2800" dirty="0">
                <a:solidFill>
                  <a:schemeClr val="lt2"/>
                </a:solidFill>
              </a:rPr>
              <a:t>CHAPPARAM PENCHALA VARA PRASAD</a:t>
            </a:r>
            <a:endParaRPr sz="2800" dirty="0">
              <a:solidFill>
                <a:schemeClr val="lt2"/>
              </a:solidFill>
            </a:endParaRPr>
          </a:p>
        </p:txBody>
      </p:sp>
      <p:sp>
        <p:nvSpPr>
          <p:cNvPr id="89" name="Google Shape;89;p15">
            <a:extLst>
              <a:ext uri="{FF2B5EF4-FFF2-40B4-BE49-F238E27FC236}">
                <a16:creationId xmlns:a16="http://schemas.microsoft.com/office/drawing/2014/main" id="{4FA01740-E7A2-4CC0-ED16-5A509F5BBD5E}"/>
              </a:ext>
            </a:extLst>
          </p:cNvPr>
          <p:cNvSpPr txBox="1">
            <a:spLocks noGrp="1"/>
          </p:cNvSpPr>
          <p:nvPr>
            <p:ph type="subTitle" idx="2"/>
          </p:nvPr>
        </p:nvSpPr>
        <p:spPr>
          <a:xfrm>
            <a:off x="926525" y="232275"/>
            <a:ext cx="555000" cy="2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MENU</a:t>
            </a:r>
            <a:endParaRPr dirty="0"/>
          </a:p>
        </p:txBody>
      </p:sp>
      <p:sp>
        <p:nvSpPr>
          <p:cNvPr id="90" name="Google Shape;90;p15">
            <a:extLst>
              <a:ext uri="{FF2B5EF4-FFF2-40B4-BE49-F238E27FC236}">
                <a16:creationId xmlns:a16="http://schemas.microsoft.com/office/drawing/2014/main" id="{E3E845B5-346E-6CBA-EE9D-E883C4E9D9C6}"/>
              </a:ext>
            </a:extLst>
          </p:cNvPr>
          <p:cNvSpPr txBox="1">
            <a:spLocks noGrp="1"/>
          </p:cNvSpPr>
          <p:nvPr>
            <p:ph type="subTitle" idx="3"/>
          </p:nvPr>
        </p:nvSpPr>
        <p:spPr>
          <a:xfrm>
            <a:off x="1591406" y="232275"/>
            <a:ext cx="555000" cy="2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ANALYSIS</a:t>
            </a:r>
            <a:endParaRPr dirty="0"/>
          </a:p>
        </p:txBody>
      </p:sp>
      <p:sp>
        <p:nvSpPr>
          <p:cNvPr id="91" name="Google Shape;91;p15">
            <a:extLst>
              <a:ext uri="{FF2B5EF4-FFF2-40B4-BE49-F238E27FC236}">
                <a16:creationId xmlns:a16="http://schemas.microsoft.com/office/drawing/2014/main" id="{DA634D64-188A-F126-0261-C3379BEE9DB7}"/>
              </a:ext>
            </a:extLst>
          </p:cNvPr>
          <p:cNvSpPr txBox="1">
            <a:spLocks noGrp="1"/>
          </p:cNvSpPr>
          <p:nvPr>
            <p:ph type="subTitle" idx="4"/>
          </p:nvPr>
        </p:nvSpPr>
        <p:spPr>
          <a:xfrm>
            <a:off x="2256288" y="232275"/>
            <a:ext cx="555000" cy="2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CONTACT</a:t>
            </a:r>
            <a:endParaRPr dirty="0"/>
          </a:p>
        </p:txBody>
      </p:sp>
      <p:sp>
        <p:nvSpPr>
          <p:cNvPr id="92" name="Google Shape;92;p15">
            <a:extLst>
              <a:ext uri="{FF2B5EF4-FFF2-40B4-BE49-F238E27FC236}">
                <a16:creationId xmlns:a16="http://schemas.microsoft.com/office/drawing/2014/main" id="{AA1C3F9F-75EF-AC16-BA93-688A7DA0133C}"/>
              </a:ext>
            </a:extLst>
          </p:cNvPr>
          <p:cNvSpPr txBox="1">
            <a:spLocks noGrp="1"/>
          </p:cNvSpPr>
          <p:nvPr>
            <p:ph type="subTitle" idx="5"/>
          </p:nvPr>
        </p:nvSpPr>
        <p:spPr>
          <a:xfrm>
            <a:off x="7059175" y="186525"/>
            <a:ext cx="1371600" cy="30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DATA ANALYSIS</a:t>
            </a:r>
            <a:endParaRPr dirty="0"/>
          </a:p>
        </p:txBody>
      </p:sp>
      <p:grpSp>
        <p:nvGrpSpPr>
          <p:cNvPr id="93" name="Google Shape;93;p15">
            <a:extLst>
              <a:ext uri="{FF2B5EF4-FFF2-40B4-BE49-F238E27FC236}">
                <a16:creationId xmlns:a16="http://schemas.microsoft.com/office/drawing/2014/main" id="{2DC97F4E-3C32-ABFA-A4BC-EF150C7329E7}"/>
              </a:ext>
            </a:extLst>
          </p:cNvPr>
          <p:cNvGrpSpPr/>
          <p:nvPr/>
        </p:nvGrpSpPr>
        <p:grpSpPr>
          <a:xfrm>
            <a:off x="706038" y="267220"/>
            <a:ext cx="140222" cy="140409"/>
            <a:chOff x="2741000" y="199475"/>
            <a:chExt cx="191953" cy="192210"/>
          </a:xfrm>
        </p:grpSpPr>
        <p:sp>
          <p:nvSpPr>
            <p:cNvPr id="94" name="Google Shape;94;p15">
              <a:extLst>
                <a:ext uri="{FF2B5EF4-FFF2-40B4-BE49-F238E27FC236}">
                  <a16:creationId xmlns:a16="http://schemas.microsoft.com/office/drawing/2014/main" id="{01478314-5D88-50E2-A669-EC74DA38C80A}"/>
                </a:ext>
              </a:extLst>
            </p:cNvPr>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a:extLst>
                <a:ext uri="{FF2B5EF4-FFF2-40B4-BE49-F238E27FC236}">
                  <a16:creationId xmlns:a16="http://schemas.microsoft.com/office/drawing/2014/main" id="{8AB60EF8-7B18-6E81-AB55-233961AF1031}"/>
                </a:ext>
              </a:extLst>
            </p:cNvPr>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a:extLst>
                <a:ext uri="{FF2B5EF4-FFF2-40B4-BE49-F238E27FC236}">
                  <a16:creationId xmlns:a16="http://schemas.microsoft.com/office/drawing/2014/main" id="{D47CDAA3-123A-37E6-BF34-F9309B1E1B9D}"/>
                </a:ext>
              </a:extLst>
            </p:cNvPr>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a:extLst>
                <a:ext uri="{FF2B5EF4-FFF2-40B4-BE49-F238E27FC236}">
                  <a16:creationId xmlns:a16="http://schemas.microsoft.com/office/drawing/2014/main" id="{25575181-A3CB-FC11-4348-D871D2407915}"/>
                </a:ext>
              </a:extLst>
            </p:cNvPr>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a:extLst>
                <a:ext uri="{FF2B5EF4-FFF2-40B4-BE49-F238E27FC236}">
                  <a16:creationId xmlns:a16="http://schemas.microsoft.com/office/drawing/2014/main" id="{A9EB197B-E264-8F9A-68B7-FD3A22E7F6B4}"/>
                </a:ext>
              </a:extLst>
            </p:cNvPr>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a:extLst>
                <a:ext uri="{FF2B5EF4-FFF2-40B4-BE49-F238E27FC236}">
                  <a16:creationId xmlns:a16="http://schemas.microsoft.com/office/drawing/2014/main" id="{77FD1496-EA96-B664-4DDE-2C890F2035EC}"/>
                </a:ext>
              </a:extLst>
            </p:cNvPr>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a:extLst>
                <a:ext uri="{FF2B5EF4-FFF2-40B4-BE49-F238E27FC236}">
                  <a16:creationId xmlns:a16="http://schemas.microsoft.com/office/drawing/2014/main" id="{878338E6-D46E-C49D-D9B1-65F012CA443B}"/>
                </a:ext>
              </a:extLst>
            </p:cNvPr>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a:extLst>
                <a:ext uri="{FF2B5EF4-FFF2-40B4-BE49-F238E27FC236}">
                  <a16:creationId xmlns:a16="http://schemas.microsoft.com/office/drawing/2014/main" id="{1F4F5C29-9A6F-1761-53E9-DE28C53773DB}"/>
                </a:ext>
              </a:extLst>
            </p:cNvPr>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a:extLst>
                <a:ext uri="{FF2B5EF4-FFF2-40B4-BE49-F238E27FC236}">
                  <a16:creationId xmlns:a16="http://schemas.microsoft.com/office/drawing/2014/main" id="{D1B063AF-2C93-B528-BDE5-39C7439CA838}"/>
                </a:ext>
              </a:extLst>
            </p:cNvPr>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a:extLst>
              <a:ext uri="{FF2B5EF4-FFF2-40B4-BE49-F238E27FC236}">
                <a16:creationId xmlns:a16="http://schemas.microsoft.com/office/drawing/2014/main" id="{0990AC03-0861-D665-EDF9-A6AD0245AA10}"/>
              </a:ext>
            </a:extLst>
          </p:cNvPr>
          <p:cNvGrpSpPr/>
          <p:nvPr/>
        </p:nvGrpSpPr>
        <p:grpSpPr>
          <a:xfrm>
            <a:off x="509200" y="1240968"/>
            <a:ext cx="1885938" cy="2275613"/>
            <a:chOff x="818300" y="1811250"/>
            <a:chExt cx="1885938" cy="2275613"/>
          </a:xfrm>
        </p:grpSpPr>
        <p:grpSp>
          <p:nvGrpSpPr>
            <p:cNvPr id="104" name="Google Shape;104;p15">
              <a:extLst>
                <a:ext uri="{FF2B5EF4-FFF2-40B4-BE49-F238E27FC236}">
                  <a16:creationId xmlns:a16="http://schemas.microsoft.com/office/drawing/2014/main" id="{FC8C7B0B-D423-672D-60BD-C6D78E05CD35}"/>
                </a:ext>
              </a:extLst>
            </p:cNvPr>
            <p:cNvGrpSpPr/>
            <p:nvPr/>
          </p:nvGrpSpPr>
          <p:grpSpPr>
            <a:xfrm>
              <a:off x="818300" y="1811250"/>
              <a:ext cx="1616075" cy="2275613"/>
              <a:chOff x="818300" y="2144625"/>
              <a:chExt cx="1616075" cy="2275613"/>
            </a:xfrm>
          </p:grpSpPr>
          <p:grpSp>
            <p:nvGrpSpPr>
              <p:cNvPr id="105" name="Google Shape;105;p15">
                <a:extLst>
                  <a:ext uri="{FF2B5EF4-FFF2-40B4-BE49-F238E27FC236}">
                    <a16:creationId xmlns:a16="http://schemas.microsoft.com/office/drawing/2014/main" id="{2A43E463-5D9B-6D6E-35F1-5D2EA9427EA0}"/>
                  </a:ext>
                </a:extLst>
              </p:cNvPr>
              <p:cNvGrpSpPr/>
              <p:nvPr/>
            </p:nvGrpSpPr>
            <p:grpSpPr>
              <a:xfrm>
                <a:off x="818300" y="2470076"/>
                <a:ext cx="1616065" cy="1564413"/>
                <a:chOff x="867250" y="2531276"/>
                <a:chExt cx="1616065" cy="1564413"/>
              </a:xfrm>
            </p:grpSpPr>
            <p:sp>
              <p:nvSpPr>
                <p:cNvPr id="106" name="Google Shape;106;p15">
                  <a:extLst>
                    <a:ext uri="{FF2B5EF4-FFF2-40B4-BE49-F238E27FC236}">
                      <a16:creationId xmlns:a16="http://schemas.microsoft.com/office/drawing/2014/main" id="{B71C8F83-360B-1FB1-3F06-5DE6217C4CD6}"/>
                    </a:ext>
                  </a:extLst>
                </p:cNvPr>
                <p:cNvSpPr/>
                <p:nvPr/>
              </p:nvSpPr>
              <p:spPr>
                <a:xfrm>
                  <a:off x="867250" y="3173775"/>
                  <a:ext cx="916982" cy="921914"/>
                </a:xfrm>
                <a:custGeom>
                  <a:avLst/>
                  <a:gdLst/>
                  <a:ahLst/>
                  <a:cxnLst/>
                  <a:rect l="l" t="t" r="r" b="b"/>
                  <a:pathLst>
                    <a:path w="18781" h="18882" extrusionOk="0">
                      <a:moveTo>
                        <a:pt x="9274" y="3801"/>
                      </a:moveTo>
                      <a:cubicBezTo>
                        <a:pt x="12166" y="3801"/>
                        <a:pt x="14944" y="6056"/>
                        <a:pt x="14944" y="9441"/>
                      </a:cubicBezTo>
                      <a:cubicBezTo>
                        <a:pt x="14944" y="12543"/>
                        <a:pt x="12442" y="15078"/>
                        <a:pt x="9340" y="15078"/>
                      </a:cubicBezTo>
                      <a:lnTo>
                        <a:pt x="9307" y="15078"/>
                      </a:lnTo>
                      <a:cubicBezTo>
                        <a:pt x="4303" y="15078"/>
                        <a:pt x="1801" y="9007"/>
                        <a:pt x="5337" y="5471"/>
                      </a:cubicBezTo>
                      <a:cubicBezTo>
                        <a:pt x="6481" y="4317"/>
                        <a:pt x="7891" y="3801"/>
                        <a:pt x="9274" y="3801"/>
                      </a:cubicBezTo>
                      <a:close/>
                      <a:moveTo>
                        <a:pt x="9674" y="1"/>
                      </a:moveTo>
                      <a:cubicBezTo>
                        <a:pt x="9674" y="1"/>
                        <a:pt x="9440" y="468"/>
                        <a:pt x="9240" y="968"/>
                      </a:cubicBezTo>
                      <a:cubicBezTo>
                        <a:pt x="9173" y="1168"/>
                        <a:pt x="9107" y="1368"/>
                        <a:pt x="9040" y="1569"/>
                      </a:cubicBezTo>
                      <a:cubicBezTo>
                        <a:pt x="8873" y="1569"/>
                        <a:pt x="8706" y="1569"/>
                        <a:pt x="8540" y="1602"/>
                      </a:cubicBezTo>
                      <a:lnTo>
                        <a:pt x="8339" y="1635"/>
                      </a:lnTo>
                      <a:lnTo>
                        <a:pt x="8139" y="1669"/>
                      </a:lnTo>
                      <a:cubicBezTo>
                        <a:pt x="7973" y="1669"/>
                        <a:pt x="7806" y="1702"/>
                        <a:pt x="7639" y="1769"/>
                      </a:cubicBezTo>
                      <a:cubicBezTo>
                        <a:pt x="7539" y="1602"/>
                        <a:pt x="7405" y="1435"/>
                        <a:pt x="7272" y="1235"/>
                      </a:cubicBezTo>
                      <a:cubicBezTo>
                        <a:pt x="7139" y="1068"/>
                        <a:pt x="6938" y="835"/>
                        <a:pt x="6838" y="668"/>
                      </a:cubicBezTo>
                      <a:cubicBezTo>
                        <a:pt x="6705" y="535"/>
                        <a:pt x="6605" y="434"/>
                        <a:pt x="6605" y="434"/>
                      </a:cubicBezTo>
                      <a:lnTo>
                        <a:pt x="6271" y="568"/>
                      </a:lnTo>
                      <a:cubicBezTo>
                        <a:pt x="6004" y="635"/>
                        <a:pt x="5771" y="735"/>
                        <a:pt x="5537" y="835"/>
                      </a:cubicBezTo>
                      <a:cubicBezTo>
                        <a:pt x="5271" y="968"/>
                        <a:pt x="5004" y="1102"/>
                        <a:pt x="4837" y="1202"/>
                      </a:cubicBezTo>
                      <a:lnTo>
                        <a:pt x="4537" y="1402"/>
                      </a:lnTo>
                      <a:cubicBezTo>
                        <a:pt x="4537" y="1402"/>
                        <a:pt x="4570" y="1902"/>
                        <a:pt x="4704" y="2403"/>
                      </a:cubicBezTo>
                      <a:cubicBezTo>
                        <a:pt x="4737" y="2636"/>
                        <a:pt x="4804" y="2870"/>
                        <a:pt x="4837" y="3036"/>
                      </a:cubicBezTo>
                      <a:lnTo>
                        <a:pt x="4437" y="3337"/>
                      </a:lnTo>
                      <a:lnTo>
                        <a:pt x="4270" y="3470"/>
                      </a:lnTo>
                      <a:lnTo>
                        <a:pt x="4136" y="3603"/>
                      </a:lnTo>
                      <a:cubicBezTo>
                        <a:pt x="4003" y="3703"/>
                        <a:pt x="3870" y="3837"/>
                        <a:pt x="3770" y="3970"/>
                      </a:cubicBezTo>
                      <a:cubicBezTo>
                        <a:pt x="3603" y="3904"/>
                        <a:pt x="3403" y="3804"/>
                        <a:pt x="3169" y="3737"/>
                      </a:cubicBezTo>
                      <a:cubicBezTo>
                        <a:pt x="2702" y="3537"/>
                        <a:pt x="2202" y="3403"/>
                        <a:pt x="2202" y="3403"/>
                      </a:cubicBezTo>
                      <a:cubicBezTo>
                        <a:pt x="2168" y="3437"/>
                        <a:pt x="2135" y="3437"/>
                        <a:pt x="2135" y="3470"/>
                      </a:cubicBezTo>
                      <a:cubicBezTo>
                        <a:pt x="2102" y="3537"/>
                        <a:pt x="2035" y="3603"/>
                        <a:pt x="1968" y="3703"/>
                      </a:cubicBezTo>
                      <a:cubicBezTo>
                        <a:pt x="1801" y="3904"/>
                        <a:pt x="1668" y="4104"/>
                        <a:pt x="1501" y="4337"/>
                      </a:cubicBezTo>
                      <a:cubicBezTo>
                        <a:pt x="1368" y="4571"/>
                        <a:pt x="1201" y="4804"/>
                        <a:pt x="1101" y="5004"/>
                      </a:cubicBezTo>
                      <a:lnTo>
                        <a:pt x="934" y="5338"/>
                      </a:lnTo>
                      <a:cubicBezTo>
                        <a:pt x="934" y="5338"/>
                        <a:pt x="1268" y="5738"/>
                        <a:pt x="1635" y="6105"/>
                      </a:cubicBezTo>
                      <a:cubicBezTo>
                        <a:pt x="1801" y="6272"/>
                        <a:pt x="1968" y="6405"/>
                        <a:pt x="2102" y="6539"/>
                      </a:cubicBezTo>
                      <a:cubicBezTo>
                        <a:pt x="2035" y="6739"/>
                        <a:pt x="1968" y="6906"/>
                        <a:pt x="1902" y="7039"/>
                      </a:cubicBezTo>
                      <a:cubicBezTo>
                        <a:pt x="1902" y="7073"/>
                        <a:pt x="1868" y="7106"/>
                        <a:pt x="1868" y="7173"/>
                      </a:cubicBezTo>
                      <a:lnTo>
                        <a:pt x="1868" y="7206"/>
                      </a:lnTo>
                      <a:cubicBezTo>
                        <a:pt x="1868" y="7206"/>
                        <a:pt x="1801" y="7473"/>
                        <a:pt x="1701" y="7907"/>
                      </a:cubicBezTo>
                      <a:cubicBezTo>
                        <a:pt x="1535" y="7940"/>
                        <a:pt x="1301" y="7973"/>
                        <a:pt x="1101" y="8007"/>
                      </a:cubicBezTo>
                      <a:cubicBezTo>
                        <a:pt x="601" y="8140"/>
                        <a:pt x="67" y="8307"/>
                        <a:pt x="67" y="8307"/>
                      </a:cubicBezTo>
                      <a:cubicBezTo>
                        <a:pt x="67" y="8407"/>
                        <a:pt x="34" y="8540"/>
                        <a:pt x="34" y="8640"/>
                      </a:cubicBezTo>
                      <a:cubicBezTo>
                        <a:pt x="34" y="8874"/>
                        <a:pt x="34" y="9141"/>
                        <a:pt x="0" y="9441"/>
                      </a:cubicBezTo>
                      <a:cubicBezTo>
                        <a:pt x="0" y="9741"/>
                        <a:pt x="34" y="10008"/>
                        <a:pt x="34" y="10242"/>
                      </a:cubicBezTo>
                      <a:cubicBezTo>
                        <a:pt x="34" y="10342"/>
                        <a:pt x="67" y="10475"/>
                        <a:pt x="67" y="10575"/>
                      </a:cubicBezTo>
                      <a:cubicBezTo>
                        <a:pt x="67" y="10575"/>
                        <a:pt x="601" y="10742"/>
                        <a:pt x="1101" y="10842"/>
                      </a:cubicBezTo>
                      <a:cubicBezTo>
                        <a:pt x="1301" y="10909"/>
                        <a:pt x="1535" y="10942"/>
                        <a:pt x="1701" y="10975"/>
                      </a:cubicBezTo>
                      <a:cubicBezTo>
                        <a:pt x="1801" y="11376"/>
                        <a:pt x="1868" y="11676"/>
                        <a:pt x="1868" y="11676"/>
                      </a:cubicBezTo>
                      <a:lnTo>
                        <a:pt x="1868" y="11709"/>
                      </a:lnTo>
                      <a:cubicBezTo>
                        <a:pt x="1868" y="11743"/>
                        <a:pt x="1902" y="11809"/>
                        <a:pt x="1902" y="11843"/>
                      </a:cubicBezTo>
                      <a:cubicBezTo>
                        <a:pt x="1968" y="11976"/>
                        <a:pt x="2035" y="12143"/>
                        <a:pt x="2102" y="12343"/>
                      </a:cubicBezTo>
                      <a:cubicBezTo>
                        <a:pt x="1968" y="12443"/>
                        <a:pt x="1801" y="12610"/>
                        <a:pt x="1635" y="12777"/>
                      </a:cubicBezTo>
                      <a:cubicBezTo>
                        <a:pt x="1268" y="13144"/>
                        <a:pt x="934" y="13544"/>
                        <a:pt x="934" y="13544"/>
                      </a:cubicBezTo>
                      <a:lnTo>
                        <a:pt x="1101" y="13877"/>
                      </a:lnTo>
                      <a:cubicBezTo>
                        <a:pt x="1201" y="14044"/>
                        <a:pt x="1334" y="14278"/>
                        <a:pt x="1501" y="14545"/>
                      </a:cubicBezTo>
                      <a:cubicBezTo>
                        <a:pt x="1668" y="14778"/>
                        <a:pt x="1801" y="14978"/>
                        <a:pt x="1968" y="15178"/>
                      </a:cubicBezTo>
                      <a:cubicBezTo>
                        <a:pt x="2035" y="15278"/>
                        <a:pt x="2102" y="15345"/>
                        <a:pt x="2135" y="15379"/>
                      </a:cubicBezTo>
                      <a:cubicBezTo>
                        <a:pt x="2135" y="15412"/>
                        <a:pt x="2168" y="15445"/>
                        <a:pt x="2202" y="15479"/>
                      </a:cubicBezTo>
                      <a:cubicBezTo>
                        <a:pt x="2202" y="15479"/>
                        <a:pt x="2702" y="15312"/>
                        <a:pt x="3169" y="15145"/>
                      </a:cubicBezTo>
                      <a:cubicBezTo>
                        <a:pt x="3403" y="15078"/>
                        <a:pt x="3603" y="14978"/>
                        <a:pt x="3770" y="14912"/>
                      </a:cubicBezTo>
                      <a:cubicBezTo>
                        <a:pt x="3903" y="15078"/>
                        <a:pt x="4036" y="15178"/>
                        <a:pt x="4136" y="15278"/>
                      </a:cubicBezTo>
                      <a:lnTo>
                        <a:pt x="4270" y="15412"/>
                      </a:lnTo>
                      <a:lnTo>
                        <a:pt x="4437" y="15545"/>
                      </a:lnTo>
                      <a:lnTo>
                        <a:pt x="4837" y="15846"/>
                      </a:lnTo>
                      <a:cubicBezTo>
                        <a:pt x="4804" y="16012"/>
                        <a:pt x="4737" y="16246"/>
                        <a:pt x="4704" y="16479"/>
                      </a:cubicBezTo>
                      <a:cubicBezTo>
                        <a:pt x="4570" y="16946"/>
                        <a:pt x="4537" y="17480"/>
                        <a:pt x="4537" y="17480"/>
                      </a:cubicBezTo>
                      <a:lnTo>
                        <a:pt x="4837" y="17680"/>
                      </a:lnTo>
                      <a:cubicBezTo>
                        <a:pt x="5004" y="17780"/>
                        <a:pt x="5271" y="17880"/>
                        <a:pt x="5537" y="18014"/>
                      </a:cubicBezTo>
                      <a:cubicBezTo>
                        <a:pt x="5771" y="18147"/>
                        <a:pt x="6004" y="18247"/>
                        <a:pt x="6271" y="18314"/>
                      </a:cubicBezTo>
                      <a:lnTo>
                        <a:pt x="6605" y="18447"/>
                      </a:lnTo>
                      <a:cubicBezTo>
                        <a:pt x="6605" y="18447"/>
                        <a:pt x="6705" y="18347"/>
                        <a:pt x="6838" y="18181"/>
                      </a:cubicBezTo>
                      <a:cubicBezTo>
                        <a:pt x="6938" y="18047"/>
                        <a:pt x="7105" y="17847"/>
                        <a:pt x="7272" y="17647"/>
                      </a:cubicBezTo>
                      <a:cubicBezTo>
                        <a:pt x="7439" y="17413"/>
                        <a:pt x="7539" y="17280"/>
                        <a:pt x="7639" y="17113"/>
                      </a:cubicBezTo>
                      <a:cubicBezTo>
                        <a:pt x="7806" y="17180"/>
                        <a:pt x="7973" y="17213"/>
                        <a:pt x="8139" y="17213"/>
                      </a:cubicBezTo>
                      <a:lnTo>
                        <a:pt x="8339" y="17247"/>
                      </a:lnTo>
                      <a:lnTo>
                        <a:pt x="8540" y="17280"/>
                      </a:lnTo>
                      <a:cubicBezTo>
                        <a:pt x="8706" y="17313"/>
                        <a:pt x="8873" y="17313"/>
                        <a:pt x="9040" y="17313"/>
                      </a:cubicBezTo>
                      <a:cubicBezTo>
                        <a:pt x="9107" y="17480"/>
                        <a:pt x="9173" y="17714"/>
                        <a:pt x="9240" y="17914"/>
                      </a:cubicBezTo>
                      <a:cubicBezTo>
                        <a:pt x="9440" y="18414"/>
                        <a:pt x="9674" y="18881"/>
                        <a:pt x="9674" y="18881"/>
                      </a:cubicBezTo>
                      <a:lnTo>
                        <a:pt x="10041" y="18881"/>
                      </a:lnTo>
                      <a:lnTo>
                        <a:pt x="10408" y="18848"/>
                      </a:lnTo>
                      <a:cubicBezTo>
                        <a:pt x="10541" y="18848"/>
                        <a:pt x="10674" y="18814"/>
                        <a:pt x="10808" y="18781"/>
                      </a:cubicBezTo>
                      <a:cubicBezTo>
                        <a:pt x="11075" y="18748"/>
                        <a:pt x="11342" y="18714"/>
                        <a:pt x="11575" y="18648"/>
                      </a:cubicBezTo>
                      <a:lnTo>
                        <a:pt x="11942" y="18581"/>
                      </a:lnTo>
                      <a:cubicBezTo>
                        <a:pt x="11942" y="18581"/>
                        <a:pt x="12009" y="18047"/>
                        <a:pt x="12075" y="17547"/>
                      </a:cubicBezTo>
                      <a:cubicBezTo>
                        <a:pt x="12075" y="17313"/>
                        <a:pt x="12075" y="17080"/>
                        <a:pt x="12075" y="16913"/>
                      </a:cubicBezTo>
                      <a:cubicBezTo>
                        <a:pt x="12276" y="16813"/>
                        <a:pt x="12442" y="16780"/>
                        <a:pt x="12576" y="16713"/>
                      </a:cubicBezTo>
                      <a:lnTo>
                        <a:pt x="12743" y="16646"/>
                      </a:lnTo>
                      <a:lnTo>
                        <a:pt x="12909" y="16546"/>
                      </a:lnTo>
                      <a:cubicBezTo>
                        <a:pt x="13076" y="16479"/>
                        <a:pt x="13243" y="16413"/>
                        <a:pt x="13376" y="16313"/>
                      </a:cubicBezTo>
                      <a:cubicBezTo>
                        <a:pt x="13510" y="16413"/>
                        <a:pt x="13677" y="16579"/>
                        <a:pt x="13877" y="16713"/>
                      </a:cubicBezTo>
                      <a:cubicBezTo>
                        <a:pt x="14277" y="17013"/>
                        <a:pt x="14744" y="17280"/>
                        <a:pt x="14744" y="17280"/>
                      </a:cubicBezTo>
                      <a:lnTo>
                        <a:pt x="15011" y="17080"/>
                      </a:lnTo>
                      <a:cubicBezTo>
                        <a:pt x="15178" y="16946"/>
                        <a:pt x="15445" y="16780"/>
                        <a:pt x="15645" y="16579"/>
                      </a:cubicBezTo>
                      <a:cubicBezTo>
                        <a:pt x="15845" y="16379"/>
                        <a:pt x="16045" y="16212"/>
                        <a:pt x="16212" y="16046"/>
                      </a:cubicBezTo>
                      <a:lnTo>
                        <a:pt x="16445" y="15779"/>
                      </a:lnTo>
                      <a:cubicBezTo>
                        <a:pt x="16445" y="15779"/>
                        <a:pt x="16245" y="15312"/>
                        <a:pt x="16012" y="14845"/>
                      </a:cubicBezTo>
                      <a:cubicBezTo>
                        <a:pt x="15912" y="14645"/>
                        <a:pt x="15778" y="14445"/>
                        <a:pt x="15711" y="14311"/>
                      </a:cubicBezTo>
                      <a:lnTo>
                        <a:pt x="16012" y="13877"/>
                      </a:lnTo>
                      <a:lnTo>
                        <a:pt x="16112" y="13711"/>
                      </a:lnTo>
                      <a:lnTo>
                        <a:pt x="16212" y="13544"/>
                      </a:lnTo>
                      <a:cubicBezTo>
                        <a:pt x="16278" y="13444"/>
                        <a:pt x="16379" y="13310"/>
                        <a:pt x="16479" y="13110"/>
                      </a:cubicBezTo>
                      <a:cubicBezTo>
                        <a:pt x="16645" y="13110"/>
                        <a:pt x="16846" y="13144"/>
                        <a:pt x="17079" y="13144"/>
                      </a:cubicBezTo>
                      <a:cubicBezTo>
                        <a:pt x="17346" y="13177"/>
                        <a:pt x="17613" y="13185"/>
                        <a:pt x="17813" y="13185"/>
                      </a:cubicBezTo>
                      <a:cubicBezTo>
                        <a:pt x="18013" y="13185"/>
                        <a:pt x="18146" y="13177"/>
                        <a:pt x="18146" y="13177"/>
                      </a:cubicBezTo>
                      <a:cubicBezTo>
                        <a:pt x="18146" y="13144"/>
                        <a:pt x="18146" y="13144"/>
                        <a:pt x="18180" y="13110"/>
                      </a:cubicBezTo>
                      <a:cubicBezTo>
                        <a:pt x="18213" y="13044"/>
                        <a:pt x="18213" y="12943"/>
                        <a:pt x="18280" y="12843"/>
                      </a:cubicBezTo>
                      <a:cubicBezTo>
                        <a:pt x="18347" y="12643"/>
                        <a:pt x="18447" y="12376"/>
                        <a:pt x="18513" y="12110"/>
                      </a:cubicBezTo>
                      <a:lnTo>
                        <a:pt x="18714" y="11342"/>
                      </a:lnTo>
                      <a:cubicBezTo>
                        <a:pt x="18747" y="11109"/>
                        <a:pt x="18780" y="10975"/>
                        <a:pt x="18780" y="10975"/>
                      </a:cubicBezTo>
                      <a:cubicBezTo>
                        <a:pt x="18780" y="10975"/>
                        <a:pt x="18347" y="10675"/>
                        <a:pt x="17880" y="10442"/>
                      </a:cubicBezTo>
                      <a:cubicBezTo>
                        <a:pt x="17679" y="10375"/>
                        <a:pt x="17479" y="10242"/>
                        <a:pt x="17313" y="10175"/>
                      </a:cubicBezTo>
                      <a:lnTo>
                        <a:pt x="17346" y="9441"/>
                      </a:lnTo>
                      <a:lnTo>
                        <a:pt x="17313" y="8740"/>
                      </a:lnTo>
                      <a:cubicBezTo>
                        <a:pt x="17479" y="8674"/>
                        <a:pt x="17679" y="8540"/>
                        <a:pt x="17880" y="8440"/>
                      </a:cubicBezTo>
                      <a:cubicBezTo>
                        <a:pt x="18313" y="8207"/>
                        <a:pt x="18747" y="7907"/>
                        <a:pt x="18747" y="7907"/>
                      </a:cubicBezTo>
                      <a:cubicBezTo>
                        <a:pt x="18747" y="7907"/>
                        <a:pt x="18747" y="7773"/>
                        <a:pt x="18714" y="7540"/>
                      </a:cubicBezTo>
                      <a:lnTo>
                        <a:pt x="18513" y="6772"/>
                      </a:lnTo>
                      <a:cubicBezTo>
                        <a:pt x="18447" y="6505"/>
                        <a:pt x="18313" y="6239"/>
                        <a:pt x="18247" y="6038"/>
                      </a:cubicBezTo>
                      <a:cubicBezTo>
                        <a:pt x="18213" y="5938"/>
                        <a:pt x="18180" y="5838"/>
                        <a:pt x="18146" y="5805"/>
                      </a:cubicBezTo>
                      <a:cubicBezTo>
                        <a:pt x="18146" y="5772"/>
                        <a:pt x="18146" y="5738"/>
                        <a:pt x="18113" y="5705"/>
                      </a:cubicBezTo>
                      <a:cubicBezTo>
                        <a:pt x="18113" y="5705"/>
                        <a:pt x="17579" y="5705"/>
                        <a:pt x="17079" y="5738"/>
                      </a:cubicBezTo>
                      <a:cubicBezTo>
                        <a:pt x="16846" y="5738"/>
                        <a:pt x="16645" y="5772"/>
                        <a:pt x="16445" y="5772"/>
                      </a:cubicBezTo>
                      <a:cubicBezTo>
                        <a:pt x="16345" y="5605"/>
                        <a:pt x="16245" y="5438"/>
                        <a:pt x="16178" y="5338"/>
                      </a:cubicBezTo>
                      <a:lnTo>
                        <a:pt x="16112" y="5171"/>
                      </a:lnTo>
                      <a:lnTo>
                        <a:pt x="16012" y="5004"/>
                      </a:lnTo>
                      <a:lnTo>
                        <a:pt x="15711" y="4571"/>
                      </a:lnTo>
                      <a:cubicBezTo>
                        <a:pt x="15778" y="4404"/>
                        <a:pt x="15912" y="4237"/>
                        <a:pt x="16012" y="4037"/>
                      </a:cubicBezTo>
                      <a:cubicBezTo>
                        <a:pt x="16245" y="3570"/>
                        <a:pt x="16445" y="3103"/>
                        <a:pt x="16445" y="3103"/>
                      </a:cubicBezTo>
                      <a:lnTo>
                        <a:pt x="16212" y="2836"/>
                      </a:lnTo>
                      <a:cubicBezTo>
                        <a:pt x="16078" y="2669"/>
                        <a:pt x="15845" y="2469"/>
                        <a:pt x="15645" y="2302"/>
                      </a:cubicBezTo>
                      <a:cubicBezTo>
                        <a:pt x="15445" y="2102"/>
                        <a:pt x="15211" y="1936"/>
                        <a:pt x="15011" y="1802"/>
                      </a:cubicBezTo>
                      <a:lnTo>
                        <a:pt x="14744" y="1569"/>
                      </a:lnTo>
                      <a:cubicBezTo>
                        <a:pt x="14744" y="1569"/>
                        <a:pt x="14277" y="1869"/>
                        <a:pt x="13877" y="2169"/>
                      </a:cubicBezTo>
                      <a:cubicBezTo>
                        <a:pt x="13677" y="2302"/>
                        <a:pt x="13510" y="2436"/>
                        <a:pt x="13376" y="2569"/>
                      </a:cubicBezTo>
                      <a:cubicBezTo>
                        <a:pt x="13243" y="2469"/>
                        <a:pt x="13076" y="2403"/>
                        <a:pt x="12909" y="2336"/>
                      </a:cubicBezTo>
                      <a:lnTo>
                        <a:pt x="12743" y="2236"/>
                      </a:lnTo>
                      <a:lnTo>
                        <a:pt x="12576" y="2169"/>
                      </a:lnTo>
                      <a:cubicBezTo>
                        <a:pt x="12442" y="2102"/>
                        <a:pt x="12276" y="2036"/>
                        <a:pt x="12075" y="1969"/>
                      </a:cubicBezTo>
                      <a:cubicBezTo>
                        <a:pt x="12075" y="1802"/>
                        <a:pt x="12075" y="1569"/>
                        <a:pt x="12075" y="1335"/>
                      </a:cubicBezTo>
                      <a:cubicBezTo>
                        <a:pt x="12009" y="835"/>
                        <a:pt x="11942" y="301"/>
                        <a:pt x="11942" y="301"/>
                      </a:cubicBezTo>
                      <a:lnTo>
                        <a:pt x="11575" y="234"/>
                      </a:lnTo>
                      <a:cubicBezTo>
                        <a:pt x="11342" y="168"/>
                        <a:pt x="11075" y="101"/>
                        <a:pt x="10808" y="68"/>
                      </a:cubicBezTo>
                      <a:cubicBezTo>
                        <a:pt x="10674" y="68"/>
                        <a:pt x="10541" y="34"/>
                        <a:pt x="10408" y="34"/>
                      </a:cubicBezTo>
                      <a:lnTo>
                        <a:pt x="10041" y="1"/>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a:extLst>
                    <a:ext uri="{FF2B5EF4-FFF2-40B4-BE49-F238E27FC236}">
                      <a16:creationId xmlns:a16="http://schemas.microsoft.com/office/drawing/2014/main" id="{91FBA867-A9CA-C3C3-7FA8-E95E7F2D3A8A}"/>
                    </a:ext>
                  </a:extLst>
                </p:cNvPr>
                <p:cNvSpPr/>
                <p:nvPr/>
              </p:nvSpPr>
              <p:spPr>
                <a:xfrm rot="-1490104">
                  <a:off x="1611679" y="2635340"/>
                  <a:ext cx="636418" cy="639841"/>
                </a:xfrm>
                <a:custGeom>
                  <a:avLst/>
                  <a:gdLst/>
                  <a:ahLst/>
                  <a:cxnLst/>
                  <a:rect l="l" t="t" r="r" b="b"/>
                  <a:pathLst>
                    <a:path w="18781" h="18882" extrusionOk="0">
                      <a:moveTo>
                        <a:pt x="9274" y="3801"/>
                      </a:moveTo>
                      <a:cubicBezTo>
                        <a:pt x="12166" y="3801"/>
                        <a:pt x="14944" y="6056"/>
                        <a:pt x="14944" y="9441"/>
                      </a:cubicBezTo>
                      <a:cubicBezTo>
                        <a:pt x="14944" y="12543"/>
                        <a:pt x="12442" y="15078"/>
                        <a:pt x="9340" y="15078"/>
                      </a:cubicBezTo>
                      <a:lnTo>
                        <a:pt x="9307" y="15078"/>
                      </a:lnTo>
                      <a:cubicBezTo>
                        <a:pt x="4303" y="15078"/>
                        <a:pt x="1801" y="9007"/>
                        <a:pt x="5337" y="5471"/>
                      </a:cubicBezTo>
                      <a:cubicBezTo>
                        <a:pt x="6481" y="4317"/>
                        <a:pt x="7891" y="3801"/>
                        <a:pt x="9274" y="3801"/>
                      </a:cubicBezTo>
                      <a:close/>
                      <a:moveTo>
                        <a:pt x="9674" y="1"/>
                      </a:moveTo>
                      <a:cubicBezTo>
                        <a:pt x="9674" y="1"/>
                        <a:pt x="9440" y="468"/>
                        <a:pt x="9240" y="968"/>
                      </a:cubicBezTo>
                      <a:cubicBezTo>
                        <a:pt x="9173" y="1168"/>
                        <a:pt x="9107" y="1368"/>
                        <a:pt x="9040" y="1569"/>
                      </a:cubicBezTo>
                      <a:cubicBezTo>
                        <a:pt x="8873" y="1569"/>
                        <a:pt x="8706" y="1569"/>
                        <a:pt x="8540" y="1602"/>
                      </a:cubicBezTo>
                      <a:lnTo>
                        <a:pt x="8339" y="1635"/>
                      </a:lnTo>
                      <a:lnTo>
                        <a:pt x="8139" y="1669"/>
                      </a:lnTo>
                      <a:cubicBezTo>
                        <a:pt x="7973" y="1669"/>
                        <a:pt x="7806" y="1702"/>
                        <a:pt x="7639" y="1769"/>
                      </a:cubicBezTo>
                      <a:cubicBezTo>
                        <a:pt x="7539" y="1602"/>
                        <a:pt x="7405" y="1435"/>
                        <a:pt x="7272" y="1235"/>
                      </a:cubicBezTo>
                      <a:cubicBezTo>
                        <a:pt x="7139" y="1068"/>
                        <a:pt x="6938" y="835"/>
                        <a:pt x="6838" y="668"/>
                      </a:cubicBezTo>
                      <a:cubicBezTo>
                        <a:pt x="6705" y="535"/>
                        <a:pt x="6605" y="434"/>
                        <a:pt x="6605" y="434"/>
                      </a:cubicBezTo>
                      <a:lnTo>
                        <a:pt x="6271" y="568"/>
                      </a:lnTo>
                      <a:cubicBezTo>
                        <a:pt x="6004" y="635"/>
                        <a:pt x="5771" y="735"/>
                        <a:pt x="5537" y="835"/>
                      </a:cubicBezTo>
                      <a:cubicBezTo>
                        <a:pt x="5271" y="968"/>
                        <a:pt x="5004" y="1102"/>
                        <a:pt x="4837" y="1202"/>
                      </a:cubicBezTo>
                      <a:lnTo>
                        <a:pt x="4537" y="1402"/>
                      </a:lnTo>
                      <a:cubicBezTo>
                        <a:pt x="4537" y="1402"/>
                        <a:pt x="4570" y="1902"/>
                        <a:pt x="4704" y="2403"/>
                      </a:cubicBezTo>
                      <a:cubicBezTo>
                        <a:pt x="4737" y="2636"/>
                        <a:pt x="4804" y="2870"/>
                        <a:pt x="4837" y="3036"/>
                      </a:cubicBezTo>
                      <a:lnTo>
                        <a:pt x="4437" y="3337"/>
                      </a:lnTo>
                      <a:lnTo>
                        <a:pt x="4270" y="3470"/>
                      </a:lnTo>
                      <a:lnTo>
                        <a:pt x="4136" y="3603"/>
                      </a:lnTo>
                      <a:cubicBezTo>
                        <a:pt x="4003" y="3703"/>
                        <a:pt x="3870" y="3837"/>
                        <a:pt x="3770" y="3970"/>
                      </a:cubicBezTo>
                      <a:cubicBezTo>
                        <a:pt x="3603" y="3904"/>
                        <a:pt x="3403" y="3804"/>
                        <a:pt x="3169" y="3737"/>
                      </a:cubicBezTo>
                      <a:cubicBezTo>
                        <a:pt x="2702" y="3537"/>
                        <a:pt x="2202" y="3403"/>
                        <a:pt x="2202" y="3403"/>
                      </a:cubicBezTo>
                      <a:cubicBezTo>
                        <a:pt x="2168" y="3437"/>
                        <a:pt x="2135" y="3437"/>
                        <a:pt x="2135" y="3470"/>
                      </a:cubicBezTo>
                      <a:cubicBezTo>
                        <a:pt x="2102" y="3537"/>
                        <a:pt x="2035" y="3603"/>
                        <a:pt x="1968" y="3703"/>
                      </a:cubicBezTo>
                      <a:cubicBezTo>
                        <a:pt x="1801" y="3904"/>
                        <a:pt x="1668" y="4104"/>
                        <a:pt x="1501" y="4337"/>
                      </a:cubicBezTo>
                      <a:cubicBezTo>
                        <a:pt x="1368" y="4571"/>
                        <a:pt x="1201" y="4804"/>
                        <a:pt x="1101" y="5004"/>
                      </a:cubicBezTo>
                      <a:lnTo>
                        <a:pt x="934" y="5338"/>
                      </a:lnTo>
                      <a:cubicBezTo>
                        <a:pt x="934" y="5338"/>
                        <a:pt x="1268" y="5738"/>
                        <a:pt x="1635" y="6105"/>
                      </a:cubicBezTo>
                      <a:cubicBezTo>
                        <a:pt x="1801" y="6272"/>
                        <a:pt x="1968" y="6405"/>
                        <a:pt x="2102" y="6539"/>
                      </a:cubicBezTo>
                      <a:cubicBezTo>
                        <a:pt x="2035" y="6739"/>
                        <a:pt x="1968" y="6906"/>
                        <a:pt x="1902" y="7039"/>
                      </a:cubicBezTo>
                      <a:cubicBezTo>
                        <a:pt x="1902" y="7073"/>
                        <a:pt x="1868" y="7106"/>
                        <a:pt x="1868" y="7173"/>
                      </a:cubicBezTo>
                      <a:lnTo>
                        <a:pt x="1868" y="7206"/>
                      </a:lnTo>
                      <a:cubicBezTo>
                        <a:pt x="1868" y="7206"/>
                        <a:pt x="1801" y="7473"/>
                        <a:pt x="1701" y="7907"/>
                      </a:cubicBezTo>
                      <a:cubicBezTo>
                        <a:pt x="1535" y="7940"/>
                        <a:pt x="1301" y="7973"/>
                        <a:pt x="1101" y="8007"/>
                      </a:cubicBezTo>
                      <a:cubicBezTo>
                        <a:pt x="601" y="8140"/>
                        <a:pt x="67" y="8307"/>
                        <a:pt x="67" y="8307"/>
                      </a:cubicBezTo>
                      <a:cubicBezTo>
                        <a:pt x="67" y="8407"/>
                        <a:pt x="34" y="8540"/>
                        <a:pt x="34" y="8640"/>
                      </a:cubicBezTo>
                      <a:cubicBezTo>
                        <a:pt x="34" y="8874"/>
                        <a:pt x="34" y="9141"/>
                        <a:pt x="0" y="9441"/>
                      </a:cubicBezTo>
                      <a:cubicBezTo>
                        <a:pt x="0" y="9741"/>
                        <a:pt x="34" y="10008"/>
                        <a:pt x="34" y="10242"/>
                      </a:cubicBezTo>
                      <a:cubicBezTo>
                        <a:pt x="34" y="10342"/>
                        <a:pt x="67" y="10475"/>
                        <a:pt x="67" y="10575"/>
                      </a:cubicBezTo>
                      <a:cubicBezTo>
                        <a:pt x="67" y="10575"/>
                        <a:pt x="601" y="10742"/>
                        <a:pt x="1101" y="10842"/>
                      </a:cubicBezTo>
                      <a:cubicBezTo>
                        <a:pt x="1301" y="10909"/>
                        <a:pt x="1535" y="10942"/>
                        <a:pt x="1701" y="10975"/>
                      </a:cubicBezTo>
                      <a:cubicBezTo>
                        <a:pt x="1801" y="11376"/>
                        <a:pt x="1868" y="11676"/>
                        <a:pt x="1868" y="11676"/>
                      </a:cubicBezTo>
                      <a:lnTo>
                        <a:pt x="1868" y="11709"/>
                      </a:lnTo>
                      <a:cubicBezTo>
                        <a:pt x="1868" y="11743"/>
                        <a:pt x="1902" y="11809"/>
                        <a:pt x="1902" y="11843"/>
                      </a:cubicBezTo>
                      <a:cubicBezTo>
                        <a:pt x="1968" y="11976"/>
                        <a:pt x="2035" y="12143"/>
                        <a:pt x="2102" y="12343"/>
                      </a:cubicBezTo>
                      <a:cubicBezTo>
                        <a:pt x="1968" y="12443"/>
                        <a:pt x="1801" y="12610"/>
                        <a:pt x="1635" y="12777"/>
                      </a:cubicBezTo>
                      <a:cubicBezTo>
                        <a:pt x="1268" y="13144"/>
                        <a:pt x="934" y="13544"/>
                        <a:pt x="934" y="13544"/>
                      </a:cubicBezTo>
                      <a:lnTo>
                        <a:pt x="1101" y="13877"/>
                      </a:lnTo>
                      <a:cubicBezTo>
                        <a:pt x="1201" y="14044"/>
                        <a:pt x="1334" y="14278"/>
                        <a:pt x="1501" y="14545"/>
                      </a:cubicBezTo>
                      <a:cubicBezTo>
                        <a:pt x="1668" y="14778"/>
                        <a:pt x="1801" y="14978"/>
                        <a:pt x="1968" y="15178"/>
                      </a:cubicBezTo>
                      <a:cubicBezTo>
                        <a:pt x="2035" y="15278"/>
                        <a:pt x="2102" y="15345"/>
                        <a:pt x="2135" y="15379"/>
                      </a:cubicBezTo>
                      <a:cubicBezTo>
                        <a:pt x="2135" y="15412"/>
                        <a:pt x="2168" y="15445"/>
                        <a:pt x="2202" y="15479"/>
                      </a:cubicBezTo>
                      <a:cubicBezTo>
                        <a:pt x="2202" y="15479"/>
                        <a:pt x="2702" y="15312"/>
                        <a:pt x="3169" y="15145"/>
                      </a:cubicBezTo>
                      <a:cubicBezTo>
                        <a:pt x="3403" y="15078"/>
                        <a:pt x="3603" y="14978"/>
                        <a:pt x="3770" y="14912"/>
                      </a:cubicBezTo>
                      <a:cubicBezTo>
                        <a:pt x="3903" y="15078"/>
                        <a:pt x="4036" y="15178"/>
                        <a:pt x="4136" y="15278"/>
                      </a:cubicBezTo>
                      <a:lnTo>
                        <a:pt x="4270" y="15412"/>
                      </a:lnTo>
                      <a:lnTo>
                        <a:pt x="4437" y="15545"/>
                      </a:lnTo>
                      <a:lnTo>
                        <a:pt x="4837" y="15846"/>
                      </a:lnTo>
                      <a:cubicBezTo>
                        <a:pt x="4804" y="16012"/>
                        <a:pt x="4737" y="16246"/>
                        <a:pt x="4704" y="16479"/>
                      </a:cubicBezTo>
                      <a:cubicBezTo>
                        <a:pt x="4570" y="16946"/>
                        <a:pt x="4537" y="17480"/>
                        <a:pt x="4537" y="17480"/>
                      </a:cubicBezTo>
                      <a:lnTo>
                        <a:pt x="4837" y="17680"/>
                      </a:lnTo>
                      <a:cubicBezTo>
                        <a:pt x="5004" y="17780"/>
                        <a:pt x="5271" y="17880"/>
                        <a:pt x="5537" y="18014"/>
                      </a:cubicBezTo>
                      <a:cubicBezTo>
                        <a:pt x="5771" y="18147"/>
                        <a:pt x="6004" y="18247"/>
                        <a:pt x="6271" y="18314"/>
                      </a:cubicBezTo>
                      <a:lnTo>
                        <a:pt x="6605" y="18447"/>
                      </a:lnTo>
                      <a:cubicBezTo>
                        <a:pt x="6605" y="18447"/>
                        <a:pt x="6705" y="18347"/>
                        <a:pt x="6838" y="18181"/>
                      </a:cubicBezTo>
                      <a:cubicBezTo>
                        <a:pt x="6938" y="18047"/>
                        <a:pt x="7105" y="17847"/>
                        <a:pt x="7272" y="17647"/>
                      </a:cubicBezTo>
                      <a:cubicBezTo>
                        <a:pt x="7439" y="17413"/>
                        <a:pt x="7539" y="17280"/>
                        <a:pt x="7639" y="17113"/>
                      </a:cubicBezTo>
                      <a:cubicBezTo>
                        <a:pt x="7806" y="17180"/>
                        <a:pt x="7973" y="17213"/>
                        <a:pt x="8139" y="17213"/>
                      </a:cubicBezTo>
                      <a:lnTo>
                        <a:pt x="8339" y="17247"/>
                      </a:lnTo>
                      <a:lnTo>
                        <a:pt x="8540" y="17280"/>
                      </a:lnTo>
                      <a:cubicBezTo>
                        <a:pt x="8706" y="17313"/>
                        <a:pt x="8873" y="17313"/>
                        <a:pt x="9040" y="17313"/>
                      </a:cubicBezTo>
                      <a:cubicBezTo>
                        <a:pt x="9107" y="17480"/>
                        <a:pt x="9173" y="17714"/>
                        <a:pt x="9240" y="17914"/>
                      </a:cubicBezTo>
                      <a:cubicBezTo>
                        <a:pt x="9440" y="18414"/>
                        <a:pt x="9674" y="18881"/>
                        <a:pt x="9674" y="18881"/>
                      </a:cubicBezTo>
                      <a:lnTo>
                        <a:pt x="10041" y="18881"/>
                      </a:lnTo>
                      <a:lnTo>
                        <a:pt x="10408" y="18848"/>
                      </a:lnTo>
                      <a:cubicBezTo>
                        <a:pt x="10541" y="18848"/>
                        <a:pt x="10674" y="18814"/>
                        <a:pt x="10808" y="18781"/>
                      </a:cubicBezTo>
                      <a:cubicBezTo>
                        <a:pt x="11075" y="18748"/>
                        <a:pt x="11342" y="18714"/>
                        <a:pt x="11575" y="18648"/>
                      </a:cubicBezTo>
                      <a:lnTo>
                        <a:pt x="11942" y="18581"/>
                      </a:lnTo>
                      <a:cubicBezTo>
                        <a:pt x="11942" y="18581"/>
                        <a:pt x="12009" y="18047"/>
                        <a:pt x="12075" y="17547"/>
                      </a:cubicBezTo>
                      <a:cubicBezTo>
                        <a:pt x="12075" y="17313"/>
                        <a:pt x="12075" y="17080"/>
                        <a:pt x="12075" y="16913"/>
                      </a:cubicBezTo>
                      <a:cubicBezTo>
                        <a:pt x="12276" y="16813"/>
                        <a:pt x="12442" y="16780"/>
                        <a:pt x="12576" y="16713"/>
                      </a:cubicBezTo>
                      <a:lnTo>
                        <a:pt x="12743" y="16646"/>
                      </a:lnTo>
                      <a:lnTo>
                        <a:pt x="12909" y="16546"/>
                      </a:lnTo>
                      <a:cubicBezTo>
                        <a:pt x="13076" y="16479"/>
                        <a:pt x="13243" y="16413"/>
                        <a:pt x="13376" y="16313"/>
                      </a:cubicBezTo>
                      <a:cubicBezTo>
                        <a:pt x="13510" y="16413"/>
                        <a:pt x="13677" y="16579"/>
                        <a:pt x="13877" y="16713"/>
                      </a:cubicBezTo>
                      <a:cubicBezTo>
                        <a:pt x="14277" y="17013"/>
                        <a:pt x="14744" y="17280"/>
                        <a:pt x="14744" y="17280"/>
                      </a:cubicBezTo>
                      <a:lnTo>
                        <a:pt x="15011" y="17080"/>
                      </a:lnTo>
                      <a:cubicBezTo>
                        <a:pt x="15178" y="16946"/>
                        <a:pt x="15445" y="16780"/>
                        <a:pt x="15645" y="16579"/>
                      </a:cubicBezTo>
                      <a:cubicBezTo>
                        <a:pt x="15845" y="16379"/>
                        <a:pt x="16045" y="16212"/>
                        <a:pt x="16212" y="16046"/>
                      </a:cubicBezTo>
                      <a:lnTo>
                        <a:pt x="16445" y="15779"/>
                      </a:lnTo>
                      <a:cubicBezTo>
                        <a:pt x="16445" y="15779"/>
                        <a:pt x="16245" y="15312"/>
                        <a:pt x="16012" y="14845"/>
                      </a:cubicBezTo>
                      <a:cubicBezTo>
                        <a:pt x="15912" y="14645"/>
                        <a:pt x="15778" y="14445"/>
                        <a:pt x="15711" y="14311"/>
                      </a:cubicBezTo>
                      <a:lnTo>
                        <a:pt x="16012" y="13877"/>
                      </a:lnTo>
                      <a:lnTo>
                        <a:pt x="16112" y="13711"/>
                      </a:lnTo>
                      <a:lnTo>
                        <a:pt x="16212" y="13544"/>
                      </a:lnTo>
                      <a:cubicBezTo>
                        <a:pt x="16278" y="13444"/>
                        <a:pt x="16379" y="13310"/>
                        <a:pt x="16479" y="13110"/>
                      </a:cubicBezTo>
                      <a:cubicBezTo>
                        <a:pt x="16645" y="13110"/>
                        <a:pt x="16846" y="13144"/>
                        <a:pt x="17079" y="13144"/>
                      </a:cubicBezTo>
                      <a:cubicBezTo>
                        <a:pt x="17346" y="13177"/>
                        <a:pt x="17613" y="13185"/>
                        <a:pt x="17813" y="13185"/>
                      </a:cubicBezTo>
                      <a:cubicBezTo>
                        <a:pt x="18013" y="13185"/>
                        <a:pt x="18146" y="13177"/>
                        <a:pt x="18146" y="13177"/>
                      </a:cubicBezTo>
                      <a:cubicBezTo>
                        <a:pt x="18146" y="13144"/>
                        <a:pt x="18146" y="13144"/>
                        <a:pt x="18180" y="13110"/>
                      </a:cubicBezTo>
                      <a:cubicBezTo>
                        <a:pt x="18213" y="13044"/>
                        <a:pt x="18213" y="12943"/>
                        <a:pt x="18280" y="12843"/>
                      </a:cubicBezTo>
                      <a:cubicBezTo>
                        <a:pt x="18347" y="12643"/>
                        <a:pt x="18447" y="12376"/>
                        <a:pt x="18513" y="12110"/>
                      </a:cubicBezTo>
                      <a:lnTo>
                        <a:pt x="18714" y="11342"/>
                      </a:lnTo>
                      <a:cubicBezTo>
                        <a:pt x="18747" y="11109"/>
                        <a:pt x="18780" y="10975"/>
                        <a:pt x="18780" y="10975"/>
                      </a:cubicBezTo>
                      <a:cubicBezTo>
                        <a:pt x="18780" y="10975"/>
                        <a:pt x="18347" y="10675"/>
                        <a:pt x="17880" y="10442"/>
                      </a:cubicBezTo>
                      <a:cubicBezTo>
                        <a:pt x="17679" y="10375"/>
                        <a:pt x="17479" y="10242"/>
                        <a:pt x="17313" y="10175"/>
                      </a:cubicBezTo>
                      <a:lnTo>
                        <a:pt x="17346" y="9441"/>
                      </a:lnTo>
                      <a:lnTo>
                        <a:pt x="17313" y="8740"/>
                      </a:lnTo>
                      <a:cubicBezTo>
                        <a:pt x="17479" y="8674"/>
                        <a:pt x="17679" y="8540"/>
                        <a:pt x="17880" y="8440"/>
                      </a:cubicBezTo>
                      <a:cubicBezTo>
                        <a:pt x="18313" y="8207"/>
                        <a:pt x="18747" y="7907"/>
                        <a:pt x="18747" y="7907"/>
                      </a:cubicBezTo>
                      <a:cubicBezTo>
                        <a:pt x="18747" y="7907"/>
                        <a:pt x="18747" y="7773"/>
                        <a:pt x="18714" y="7540"/>
                      </a:cubicBezTo>
                      <a:lnTo>
                        <a:pt x="18513" y="6772"/>
                      </a:lnTo>
                      <a:cubicBezTo>
                        <a:pt x="18447" y="6505"/>
                        <a:pt x="18313" y="6239"/>
                        <a:pt x="18247" y="6038"/>
                      </a:cubicBezTo>
                      <a:cubicBezTo>
                        <a:pt x="18213" y="5938"/>
                        <a:pt x="18180" y="5838"/>
                        <a:pt x="18146" y="5805"/>
                      </a:cubicBezTo>
                      <a:cubicBezTo>
                        <a:pt x="18146" y="5772"/>
                        <a:pt x="18146" y="5738"/>
                        <a:pt x="18113" y="5705"/>
                      </a:cubicBezTo>
                      <a:cubicBezTo>
                        <a:pt x="18113" y="5705"/>
                        <a:pt x="17579" y="5705"/>
                        <a:pt x="17079" y="5738"/>
                      </a:cubicBezTo>
                      <a:cubicBezTo>
                        <a:pt x="16846" y="5738"/>
                        <a:pt x="16645" y="5772"/>
                        <a:pt x="16445" y="5772"/>
                      </a:cubicBezTo>
                      <a:cubicBezTo>
                        <a:pt x="16345" y="5605"/>
                        <a:pt x="16245" y="5438"/>
                        <a:pt x="16178" y="5338"/>
                      </a:cubicBezTo>
                      <a:lnTo>
                        <a:pt x="16112" y="5171"/>
                      </a:lnTo>
                      <a:lnTo>
                        <a:pt x="16012" y="5004"/>
                      </a:lnTo>
                      <a:lnTo>
                        <a:pt x="15711" y="4571"/>
                      </a:lnTo>
                      <a:cubicBezTo>
                        <a:pt x="15778" y="4404"/>
                        <a:pt x="15912" y="4237"/>
                        <a:pt x="16012" y="4037"/>
                      </a:cubicBezTo>
                      <a:cubicBezTo>
                        <a:pt x="16245" y="3570"/>
                        <a:pt x="16445" y="3103"/>
                        <a:pt x="16445" y="3103"/>
                      </a:cubicBezTo>
                      <a:lnTo>
                        <a:pt x="16212" y="2836"/>
                      </a:lnTo>
                      <a:cubicBezTo>
                        <a:pt x="16078" y="2669"/>
                        <a:pt x="15845" y="2469"/>
                        <a:pt x="15645" y="2302"/>
                      </a:cubicBezTo>
                      <a:cubicBezTo>
                        <a:pt x="15445" y="2102"/>
                        <a:pt x="15211" y="1936"/>
                        <a:pt x="15011" y="1802"/>
                      </a:cubicBezTo>
                      <a:lnTo>
                        <a:pt x="14744" y="1569"/>
                      </a:lnTo>
                      <a:cubicBezTo>
                        <a:pt x="14744" y="1569"/>
                        <a:pt x="14277" y="1869"/>
                        <a:pt x="13877" y="2169"/>
                      </a:cubicBezTo>
                      <a:cubicBezTo>
                        <a:pt x="13677" y="2302"/>
                        <a:pt x="13510" y="2436"/>
                        <a:pt x="13376" y="2569"/>
                      </a:cubicBezTo>
                      <a:cubicBezTo>
                        <a:pt x="13243" y="2469"/>
                        <a:pt x="13076" y="2403"/>
                        <a:pt x="12909" y="2336"/>
                      </a:cubicBezTo>
                      <a:lnTo>
                        <a:pt x="12743" y="2236"/>
                      </a:lnTo>
                      <a:lnTo>
                        <a:pt x="12576" y="2169"/>
                      </a:lnTo>
                      <a:cubicBezTo>
                        <a:pt x="12442" y="2102"/>
                        <a:pt x="12276" y="2036"/>
                        <a:pt x="12075" y="1969"/>
                      </a:cubicBezTo>
                      <a:cubicBezTo>
                        <a:pt x="12075" y="1802"/>
                        <a:pt x="12075" y="1569"/>
                        <a:pt x="12075" y="1335"/>
                      </a:cubicBezTo>
                      <a:cubicBezTo>
                        <a:pt x="12009" y="835"/>
                        <a:pt x="11942" y="301"/>
                        <a:pt x="11942" y="301"/>
                      </a:cubicBezTo>
                      <a:lnTo>
                        <a:pt x="11575" y="234"/>
                      </a:lnTo>
                      <a:cubicBezTo>
                        <a:pt x="11342" y="168"/>
                        <a:pt x="11075" y="101"/>
                        <a:pt x="10808" y="68"/>
                      </a:cubicBezTo>
                      <a:cubicBezTo>
                        <a:pt x="10674" y="68"/>
                        <a:pt x="10541" y="34"/>
                        <a:pt x="10408" y="34"/>
                      </a:cubicBezTo>
                      <a:lnTo>
                        <a:pt x="10041" y="1"/>
                      </a:ln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a:extLst>
                    <a:ext uri="{FF2B5EF4-FFF2-40B4-BE49-F238E27FC236}">
                      <a16:creationId xmlns:a16="http://schemas.microsoft.com/office/drawing/2014/main" id="{17220C3D-80C8-F737-B941-8701DFEE7821}"/>
                    </a:ext>
                  </a:extLst>
                </p:cNvPr>
                <p:cNvSpPr/>
                <p:nvPr/>
              </p:nvSpPr>
              <p:spPr>
                <a:xfrm rot="-1490218">
                  <a:off x="1870916" y="3323079"/>
                  <a:ext cx="525709" cy="528536"/>
                </a:xfrm>
                <a:custGeom>
                  <a:avLst/>
                  <a:gdLst/>
                  <a:ahLst/>
                  <a:cxnLst/>
                  <a:rect l="l" t="t" r="r" b="b"/>
                  <a:pathLst>
                    <a:path w="18781" h="18882" extrusionOk="0">
                      <a:moveTo>
                        <a:pt x="9274" y="3801"/>
                      </a:moveTo>
                      <a:cubicBezTo>
                        <a:pt x="12166" y="3801"/>
                        <a:pt x="14944" y="6056"/>
                        <a:pt x="14944" y="9441"/>
                      </a:cubicBezTo>
                      <a:cubicBezTo>
                        <a:pt x="14944" y="12543"/>
                        <a:pt x="12442" y="15078"/>
                        <a:pt x="9340" y="15078"/>
                      </a:cubicBezTo>
                      <a:lnTo>
                        <a:pt x="9307" y="15078"/>
                      </a:lnTo>
                      <a:cubicBezTo>
                        <a:pt x="4303" y="15078"/>
                        <a:pt x="1801" y="9007"/>
                        <a:pt x="5337" y="5471"/>
                      </a:cubicBezTo>
                      <a:cubicBezTo>
                        <a:pt x="6481" y="4317"/>
                        <a:pt x="7891" y="3801"/>
                        <a:pt x="9274" y="3801"/>
                      </a:cubicBezTo>
                      <a:close/>
                      <a:moveTo>
                        <a:pt x="9674" y="1"/>
                      </a:moveTo>
                      <a:cubicBezTo>
                        <a:pt x="9674" y="1"/>
                        <a:pt x="9440" y="468"/>
                        <a:pt x="9240" y="968"/>
                      </a:cubicBezTo>
                      <a:cubicBezTo>
                        <a:pt x="9173" y="1168"/>
                        <a:pt x="9107" y="1368"/>
                        <a:pt x="9040" y="1569"/>
                      </a:cubicBezTo>
                      <a:cubicBezTo>
                        <a:pt x="8873" y="1569"/>
                        <a:pt x="8706" y="1569"/>
                        <a:pt x="8540" y="1602"/>
                      </a:cubicBezTo>
                      <a:lnTo>
                        <a:pt x="8339" y="1635"/>
                      </a:lnTo>
                      <a:lnTo>
                        <a:pt x="8139" y="1669"/>
                      </a:lnTo>
                      <a:cubicBezTo>
                        <a:pt x="7973" y="1669"/>
                        <a:pt x="7806" y="1702"/>
                        <a:pt x="7639" y="1769"/>
                      </a:cubicBezTo>
                      <a:cubicBezTo>
                        <a:pt x="7539" y="1602"/>
                        <a:pt x="7405" y="1435"/>
                        <a:pt x="7272" y="1235"/>
                      </a:cubicBezTo>
                      <a:cubicBezTo>
                        <a:pt x="7139" y="1068"/>
                        <a:pt x="6938" y="835"/>
                        <a:pt x="6838" y="668"/>
                      </a:cubicBezTo>
                      <a:cubicBezTo>
                        <a:pt x="6705" y="535"/>
                        <a:pt x="6605" y="434"/>
                        <a:pt x="6605" y="434"/>
                      </a:cubicBezTo>
                      <a:lnTo>
                        <a:pt x="6271" y="568"/>
                      </a:lnTo>
                      <a:cubicBezTo>
                        <a:pt x="6004" y="635"/>
                        <a:pt x="5771" y="735"/>
                        <a:pt x="5537" y="835"/>
                      </a:cubicBezTo>
                      <a:cubicBezTo>
                        <a:pt x="5271" y="968"/>
                        <a:pt x="5004" y="1102"/>
                        <a:pt x="4837" y="1202"/>
                      </a:cubicBezTo>
                      <a:lnTo>
                        <a:pt x="4537" y="1402"/>
                      </a:lnTo>
                      <a:cubicBezTo>
                        <a:pt x="4537" y="1402"/>
                        <a:pt x="4570" y="1902"/>
                        <a:pt x="4704" y="2403"/>
                      </a:cubicBezTo>
                      <a:cubicBezTo>
                        <a:pt x="4737" y="2636"/>
                        <a:pt x="4804" y="2870"/>
                        <a:pt x="4837" y="3036"/>
                      </a:cubicBezTo>
                      <a:lnTo>
                        <a:pt x="4437" y="3337"/>
                      </a:lnTo>
                      <a:lnTo>
                        <a:pt x="4270" y="3470"/>
                      </a:lnTo>
                      <a:lnTo>
                        <a:pt x="4136" y="3603"/>
                      </a:lnTo>
                      <a:cubicBezTo>
                        <a:pt x="4003" y="3703"/>
                        <a:pt x="3870" y="3837"/>
                        <a:pt x="3770" y="3970"/>
                      </a:cubicBezTo>
                      <a:cubicBezTo>
                        <a:pt x="3603" y="3904"/>
                        <a:pt x="3403" y="3804"/>
                        <a:pt x="3169" y="3737"/>
                      </a:cubicBezTo>
                      <a:cubicBezTo>
                        <a:pt x="2702" y="3537"/>
                        <a:pt x="2202" y="3403"/>
                        <a:pt x="2202" y="3403"/>
                      </a:cubicBezTo>
                      <a:cubicBezTo>
                        <a:pt x="2168" y="3437"/>
                        <a:pt x="2135" y="3437"/>
                        <a:pt x="2135" y="3470"/>
                      </a:cubicBezTo>
                      <a:cubicBezTo>
                        <a:pt x="2102" y="3537"/>
                        <a:pt x="2035" y="3603"/>
                        <a:pt x="1968" y="3703"/>
                      </a:cubicBezTo>
                      <a:cubicBezTo>
                        <a:pt x="1801" y="3904"/>
                        <a:pt x="1668" y="4104"/>
                        <a:pt x="1501" y="4337"/>
                      </a:cubicBezTo>
                      <a:cubicBezTo>
                        <a:pt x="1368" y="4571"/>
                        <a:pt x="1201" y="4804"/>
                        <a:pt x="1101" y="5004"/>
                      </a:cubicBezTo>
                      <a:lnTo>
                        <a:pt x="934" y="5338"/>
                      </a:lnTo>
                      <a:cubicBezTo>
                        <a:pt x="934" y="5338"/>
                        <a:pt x="1268" y="5738"/>
                        <a:pt x="1635" y="6105"/>
                      </a:cubicBezTo>
                      <a:cubicBezTo>
                        <a:pt x="1801" y="6272"/>
                        <a:pt x="1968" y="6405"/>
                        <a:pt x="2102" y="6539"/>
                      </a:cubicBezTo>
                      <a:cubicBezTo>
                        <a:pt x="2035" y="6739"/>
                        <a:pt x="1968" y="6906"/>
                        <a:pt x="1902" y="7039"/>
                      </a:cubicBezTo>
                      <a:cubicBezTo>
                        <a:pt x="1902" y="7073"/>
                        <a:pt x="1868" y="7106"/>
                        <a:pt x="1868" y="7173"/>
                      </a:cubicBezTo>
                      <a:lnTo>
                        <a:pt x="1868" y="7206"/>
                      </a:lnTo>
                      <a:cubicBezTo>
                        <a:pt x="1868" y="7206"/>
                        <a:pt x="1801" y="7473"/>
                        <a:pt x="1701" y="7907"/>
                      </a:cubicBezTo>
                      <a:cubicBezTo>
                        <a:pt x="1535" y="7940"/>
                        <a:pt x="1301" y="7973"/>
                        <a:pt x="1101" y="8007"/>
                      </a:cubicBezTo>
                      <a:cubicBezTo>
                        <a:pt x="601" y="8140"/>
                        <a:pt x="67" y="8307"/>
                        <a:pt x="67" y="8307"/>
                      </a:cubicBezTo>
                      <a:cubicBezTo>
                        <a:pt x="67" y="8407"/>
                        <a:pt x="34" y="8540"/>
                        <a:pt x="34" y="8640"/>
                      </a:cubicBezTo>
                      <a:cubicBezTo>
                        <a:pt x="34" y="8874"/>
                        <a:pt x="34" y="9141"/>
                        <a:pt x="0" y="9441"/>
                      </a:cubicBezTo>
                      <a:cubicBezTo>
                        <a:pt x="0" y="9741"/>
                        <a:pt x="34" y="10008"/>
                        <a:pt x="34" y="10242"/>
                      </a:cubicBezTo>
                      <a:cubicBezTo>
                        <a:pt x="34" y="10342"/>
                        <a:pt x="67" y="10475"/>
                        <a:pt x="67" y="10575"/>
                      </a:cubicBezTo>
                      <a:cubicBezTo>
                        <a:pt x="67" y="10575"/>
                        <a:pt x="601" y="10742"/>
                        <a:pt x="1101" y="10842"/>
                      </a:cubicBezTo>
                      <a:cubicBezTo>
                        <a:pt x="1301" y="10909"/>
                        <a:pt x="1535" y="10942"/>
                        <a:pt x="1701" y="10975"/>
                      </a:cubicBezTo>
                      <a:cubicBezTo>
                        <a:pt x="1801" y="11376"/>
                        <a:pt x="1868" y="11676"/>
                        <a:pt x="1868" y="11676"/>
                      </a:cubicBezTo>
                      <a:lnTo>
                        <a:pt x="1868" y="11709"/>
                      </a:lnTo>
                      <a:cubicBezTo>
                        <a:pt x="1868" y="11743"/>
                        <a:pt x="1902" y="11809"/>
                        <a:pt x="1902" y="11843"/>
                      </a:cubicBezTo>
                      <a:cubicBezTo>
                        <a:pt x="1968" y="11976"/>
                        <a:pt x="2035" y="12143"/>
                        <a:pt x="2102" y="12343"/>
                      </a:cubicBezTo>
                      <a:cubicBezTo>
                        <a:pt x="1968" y="12443"/>
                        <a:pt x="1801" y="12610"/>
                        <a:pt x="1635" y="12777"/>
                      </a:cubicBezTo>
                      <a:cubicBezTo>
                        <a:pt x="1268" y="13144"/>
                        <a:pt x="934" y="13544"/>
                        <a:pt x="934" y="13544"/>
                      </a:cubicBezTo>
                      <a:lnTo>
                        <a:pt x="1101" y="13877"/>
                      </a:lnTo>
                      <a:cubicBezTo>
                        <a:pt x="1201" y="14044"/>
                        <a:pt x="1334" y="14278"/>
                        <a:pt x="1501" y="14545"/>
                      </a:cubicBezTo>
                      <a:cubicBezTo>
                        <a:pt x="1668" y="14778"/>
                        <a:pt x="1801" y="14978"/>
                        <a:pt x="1968" y="15178"/>
                      </a:cubicBezTo>
                      <a:cubicBezTo>
                        <a:pt x="2035" y="15278"/>
                        <a:pt x="2102" y="15345"/>
                        <a:pt x="2135" y="15379"/>
                      </a:cubicBezTo>
                      <a:cubicBezTo>
                        <a:pt x="2135" y="15412"/>
                        <a:pt x="2168" y="15445"/>
                        <a:pt x="2202" y="15479"/>
                      </a:cubicBezTo>
                      <a:cubicBezTo>
                        <a:pt x="2202" y="15479"/>
                        <a:pt x="2702" y="15312"/>
                        <a:pt x="3169" y="15145"/>
                      </a:cubicBezTo>
                      <a:cubicBezTo>
                        <a:pt x="3403" y="15078"/>
                        <a:pt x="3603" y="14978"/>
                        <a:pt x="3770" y="14912"/>
                      </a:cubicBezTo>
                      <a:cubicBezTo>
                        <a:pt x="3903" y="15078"/>
                        <a:pt x="4036" y="15178"/>
                        <a:pt x="4136" y="15278"/>
                      </a:cubicBezTo>
                      <a:lnTo>
                        <a:pt x="4270" y="15412"/>
                      </a:lnTo>
                      <a:lnTo>
                        <a:pt x="4437" y="15545"/>
                      </a:lnTo>
                      <a:lnTo>
                        <a:pt x="4837" y="15846"/>
                      </a:lnTo>
                      <a:cubicBezTo>
                        <a:pt x="4804" y="16012"/>
                        <a:pt x="4737" y="16246"/>
                        <a:pt x="4704" y="16479"/>
                      </a:cubicBezTo>
                      <a:cubicBezTo>
                        <a:pt x="4570" y="16946"/>
                        <a:pt x="4537" y="17480"/>
                        <a:pt x="4537" y="17480"/>
                      </a:cubicBezTo>
                      <a:lnTo>
                        <a:pt x="4837" y="17680"/>
                      </a:lnTo>
                      <a:cubicBezTo>
                        <a:pt x="5004" y="17780"/>
                        <a:pt x="5271" y="17880"/>
                        <a:pt x="5537" y="18014"/>
                      </a:cubicBezTo>
                      <a:cubicBezTo>
                        <a:pt x="5771" y="18147"/>
                        <a:pt x="6004" y="18247"/>
                        <a:pt x="6271" y="18314"/>
                      </a:cubicBezTo>
                      <a:lnTo>
                        <a:pt x="6605" y="18447"/>
                      </a:lnTo>
                      <a:cubicBezTo>
                        <a:pt x="6605" y="18447"/>
                        <a:pt x="6705" y="18347"/>
                        <a:pt x="6838" y="18181"/>
                      </a:cubicBezTo>
                      <a:cubicBezTo>
                        <a:pt x="6938" y="18047"/>
                        <a:pt x="7105" y="17847"/>
                        <a:pt x="7272" y="17647"/>
                      </a:cubicBezTo>
                      <a:cubicBezTo>
                        <a:pt x="7439" y="17413"/>
                        <a:pt x="7539" y="17280"/>
                        <a:pt x="7639" y="17113"/>
                      </a:cubicBezTo>
                      <a:cubicBezTo>
                        <a:pt x="7806" y="17180"/>
                        <a:pt x="7973" y="17213"/>
                        <a:pt x="8139" y="17213"/>
                      </a:cubicBezTo>
                      <a:lnTo>
                        <a:pt x="8339" y="17247"/>
                      </a:lnTo>
                      <a:lnTo>
                        <a:pt x="8540" y="17280"/>
                      </a:lnTo>
                      <a:cubicBezTo>
                        <a:pt x="8706" y="17313"/>
                        <a:pt x="8873" y="17313"/>
                        <a:pt x="9040" y="17313"/>
                      </a:cubicBezTo>
                      <a:cubicBezTo>
                        <a:pt x="9107" y="17480"/>
                        <a:pt x="9173" y="17714"/>
                        <a:pt x="9240" y="17914"/>
                      </a:cubicBezTo>
                      <a:cubicBezTo>
                        <a:pt x="9440" y="18414"/>
                        <a:pt x="9674" y="18881"/>
                        <a:pt x="9674" y="18881"/>
                      </a:cubicBezTo>
                      <a:lnTo>
                        <a:pt x="10041" y="18881"/>
                      </a:lnTo>
                      <a:lnTo>
                        <a:pt x="10408" y="18848"/>
                      </a:lnTo>
                      <a:cubicBezTo>
                        <a:pt x="10541" y="18848"/>
                        <a:pt x="10674" y="18814"/>
                        <a:pt x="10808" y="18781"/>
                      </a:cubicBezTo>
                      <a:cubicBezTo>
                        <a:pt x="11075" y="18748"/>
                        <a:pt x="11342" y="18714"/>
                        <a:pt x="11575" y="18648"/>
                      </a:cubicBezTo>
                      <a:lnTo>
                        <a:pt x="11942" y="18581"/>
                      </a:lnTo>
                      <a:cubicBezTo>
                        <a:pt x="11942" y="18581"/>
                        <a:pt x="12009" y="18047"/>
                        <a:pt x="12075" y="17547"/>
                      </a:cubicBezTo>
                      <a:cubicBezTo>
                        <a:pt x="12075" y="17313"/>
                        <a:pt x="12075" y="17080"/>
                        <a:pt x="12075" y="16913"/>
                      </a:cubicBezTo>
                      <a:cubicBezTo>
                        <a:pt x="12276" y="16813"/>
                        <a:pt x="12442" y="16780"/>
                        <a:pt x="12576" y="16713"/>
                      </a:cubicBezTo>
                      <a:lnTo>
                        <a:pt x="12743" y="16646"/>
                      </a:lnTo>
                      <a:lnTo>
                        <a:pt x="12909" y="16546"/>
                      </a:lnTo>
                      <a:cubicBezTo>
                        <a:pt x="13076" y="16479"/>
                        <a:pt x="13243" y="16413"/>
                        <a:pt x="13376" y="16313"/>
                      </a:cubicBezTo>
                      <a:cubicBezTo>
                        <a:pt x="13510" y="16413"/>
                        <a:pt x="13677" y="16579"/>
                        <a:pt x="13877" y="16713"/>
                      </a:cubicBezTo>
                      <a:cubicBezTo>
                        <a:pt x="14277" y="17013"/>
                        <a:pt x="14744" y="17280"/>
                        <a:pt x="14744" y="17280"/>
                      </a:cubicBezTo>
                      <a:lnTo>
                        <a:pt x="15011" y="17080"/>
                      </a:lnTo>
                      <a:cubicBezTo>
                        <a:pt x="15178" y="16946"/>
                        <a:pt x="15445" y="16780"/>
                        <a:pt x="15645" y="16579"/>
                      </a:cubicBezTo>
                      <a:cubicBezTo>
                        <a:pt x="15845" y="16379"/>
                        <a:pt x="16045" y="16212"/>
                        <a:pt x="16212" y="16046"/>
                      </a:cubicBezTo>
                      <a:lnTo>
                        <a:pt x="16445" y="15779"/>
                      </a:lnTo>
                      <a:cubicBezTo>
                        <a:pt x="16445" y="15779"/>
                        <a:pt x="16245" y="15312"/>
                        <a:pt x="16012" y="14845"/>
                      </a:cubicBezTo>
                      <a:cubicBezTo>
                        <a:pt x="15912" y="14645"/>
                        <a:pt x="15778" y="14445"/>
                        <a:pt x="15711" y="14311"/>
                      </a:cubicBezTo>
                      <a:lnTo>
                        <a:pt x="16012" y="13877"/>
                      </a:lnTo>
                      <a:lnTo>
                        <a:pt x="16112" y="13711"/>
                      </a:lnTo>
                      <a:lnTo>
                        <a:pt x="16212" y="13544"/>
                      </a:lnTo>
                      <a:cubicBezTo>
                        <a:pt x="16278" y="13444"/>
                        <a:pt x="16379" y="13310"/>
                        <a:pt x="16479" y="13110"/>
                      </a:cubicBezTo>
                      <a:cubicBezTo>
                        <a:pt x="16645" y="13110"/>
                        <a:pt x="16846" y="13144"/>
                        <a:pt x="17079" y="13144"/>
                      </a:cubicBezTo>
                      <a:cubicBezTo>
                        <a:pt x="17346" y="13177"/>
                        <a:pt x="17613" y="13185"/>
                        <a:pt x="17813" y="13185"/>
                      </a:cubicBezTo>
                      <a:cubicBezTo>
                        <a:pt x="18013" y="13185"/>
                        <a:pt x="18146" y="13177"/>
                        <a:pt x="18146" y="13177"/>
                      </a:cubicBezTo>
                      <a:cubicBezTo>
                        <a:pt x="18146" y="13144"/>
                        <a:pt x="18146" y="13144"/>
                        <a:pt x="18180" y="13110"/>
                      </a:cubicBezTo>
                      <a:cubicBezTo>
                        <a:pt x="18213" y="13044"/>
                        <a:pt x="18213" y="12943"/>
                        <a:pt x="18280" y="12843"/>
                      </a:cubicBezTo>
                      <a:cubicBezTo>
                        <a:pt x="18347" y="12643"/>
                        <a:pt x="18447" y="12376"/>
                        <a:pt x="18513" y="12110"/>
                      </a:cubicBezTo>
                      <a:lnTo>
                        <a:pt x="18714" y="11342"/>
                      </a:lnTo>
                      <a:cubicBezTo>
                        <a:pt x="18747" y="11109"/>
                        <a:pt x="18780" y="10975"/>
                        <a:pt x="18780" y="10975"/>
                      </a:cubicBezTo>
                      <a:cubicBezTo>
                        <a:pt x="18780" y="10975"/>
                        <a:pt x="18347" y="10675"/>
                        <a:pt x="17880" y="10442"/>
                      </a:cubicBezTo>
                      <a:cubicBezTo>
                        <a:pt x="17679" y="10375"/>
                        <a:pt x="17479" y="10242"/>
                        <a:pt x="17313" y="10175"/>
                      </a:cubicBezTo>
                      <a:lnTo>
                        <a:pt x="17346" y="9441"/>
                      </a:lnTo>
                      <a:lnTo>
                        <a:pt x="17313" y="8740"/>
                      </a:lnTo>
                      <a:cubicBezTo>
                        <a:pt x="17479" y="8674"/>
                        <a:pt x="17679" y="8540"/>
                        <a:pt x="17880" y="8440"/>
                      </a:cubicBezTo>
                      <a:cubicBezTo>
                        <a:pt x="18313" y="8207"/>
                        <a:pt x="18747" y="7907"/>
                        <a:pt x="18747" y="7907"/>
                      </a:cubicBezTo>
                      <a:cubicBezTo>
                        <a:pt x="18747" y="7907"/>
                        <a:pt x="18747" y="7773"/>
                        <a:pt x="18714" y="7540"/>
                      </a:cubicBezTo>
                      <a:lnTo>
                        <a:pt x="18513" y="6772"/>
                      </a:lnTo>
                      <a:cubicBezTo>
                        <a:pt x="18447" y="6505"/>
                        <a:pt x="18313" y="6239"/>
                        <a:pt x="18247" y="6038"/>
                      </a:cubicBezTo>
                      <a:cubicBezTo>
                        <a:pt x="18213" y="5938"/>
                        <a:pt x="18180" y="5838"/>
                        <a:pt x="18146" y="5805"/>
                      </a:cubicBezTo>
                      <a:cubicBezTo>
                        <a:pt x="18146" y="5772"/>
                        <a:pt x="18146" y="5738"/>
                        <a:pt x="18113" y="5705"/>
                      </a:cubicBezTo>
                      <a:cubicBezTo>
                        <a:pt x="18113" y="5705"/>
                        <a:pt x="17579" y="5705"/>
                        <a:pt x="17079" y="5738"/>
                      </a:cubicBezTo>
                      <a:cubicBezTo>
                        <a:pt x="16846" y="5738"/>
                        <a:pt x="16645" y="5772"/>
                        <a:pt x="16445" y="5772"/>
                      </a:cubicBezTo>
                      <a:cubicBezTo>
                        <a:pt x="16345" y="5605"/>
                        <a:pt x="16245" y="5438"/>
                        <a:pt x="16178" y="5338"/>
                      </a:cubicBezTo>
                      <a:lnTo>
                        <a:pt x="16112" y="5171"/>
                      </a:lnTo>
                      <a:lnTo>
                        <a:pt x="16012" y="5004"/>
                      </a:lnTo>
                      <a:lnTo>
                        <a:pt x="15711" y="4571"/>
                      </a:lnTo>
                      <a:cubicBezTo>
                        <a:pt x="15778" y="4404"/>
                        <a:pt x="15912" y="4237"/>
                        <a:pt x="16012" y="4037"/>
                      </a:cubicBezTo>
                      <a:cubicBezTo>
                        <a:pt x="16245" y="3570"/>
                        <a:pt x="16445" y="3103"/>
                        <a:pt x="16445" y="3103"/>
                      </a:cubicBezTo>
                      <a:lnTo>
                        <a:pt x="16212" y="2836"/>
                      </a:lnTo>
                      <a:cubicBezTo>
                        <a:pt x="16078" y="2669"/>
                        <a:pt x="15845" y="2469"/>
                        <a:pt x="15645" y="2302"/>
                      </a:cubicBezTo>
                      <a:cubicBezTo>
                        <a:pt x="15445" y="2102"/>
                        <a:pt x="15211" y="1936"/>
                        <a:pt x="15011" y="1802"/>
                      </a:cubicBezTo>
                      <a:lnTo>
                        <a:pt x="14744" y="1569"/>
                      </a:lnTo>
                      <a:cubicBezTo>
                        <a:pt x="14744" y="1569"/>
                        <a:pt x="14277" y="1869"/>
                        <a:pt x="13877" y="2169"/>
                      </a:cubicBezTo>
                      <a:cubicBezTo>
                        <a:pt x="13677" y="2302"/>
                        <a:pt x="13510" y="2436"/>
                        <a:pt x="13376" y="2569"/>
                      </a:cubicBezTo>
                      <a:cubicBezTo>
                        <a:pt x="13243" y="2469"/>
                        <a:pt x="13076" y="2403"/>
                        <a:pt x="12909" y="2336"/>
                      </a:cubicBezTo>
                      <a:lnTo>
                        <a:pt x="12743" y="2236"/>
                      </a:lnTo>
                      <a:lnTo>
                        <a:pt x="12576" y="2169"/>
                      </a:lnTo>
                      <a:cubicBezTo>
                        <a:pt x="12442" y="2102"/>
                        <a:pt x="12276" y="2036"/>
                        <a:pt x="12075" y="1969"/>
                      </a:cubicBezTo>
                      <a:cubicBezTo>
                        <a:pt x="12075" y="1802"/>
                        <a:pt x="12075" y="1569"/>
                        <a:pt x="12075" y="1335"/>
                      </a:cubicBezTo>
                      <a:cubicBezTo>
                        <a:pt x="12009" y="835"/>
                        <a:pt x="11942" y="301"/>
                        <a:pt x="11942" y="301"/>
                      </a:cubicBezTo>
                      <a:lnTo>
                        <a:pt x="11575" y="234"/>
                      </a:lnTo>
                      <a:cubicBezTo>
                        <a:pt x="11342" y="168"/>
                        <a:pt x="11075" y="101"/>
                        <a:pt x="10808" y="68"/>
                      </a:cubicBezTo>
                      <a:cubicBezTo>
                        <a:pt x="10674" y="68"/>
                        <a:pt x="10541" y="34"/>
                        <a:pt x="10408" y="34"/>
                      </a:cubicBezTo>
                      <a:lnTo>
                        <a:pt x="10041"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15">
                <a:extLst>
                  <a:ext uri="{FF2B5EF4-FFF2-40B4-BE49-F238E27FC236}">
                    <a16:creationId xmlns:a16="http://schemas.microsoft.com/office/drawing/2014/main" id="{AD168BBB-EE78-C23A-0B6C-8DD01EC5945D}"/>
                  </a:ext>
                </a:extLst>
              </p:cNvPr>
              <p:cNvSpPr/>
              <p:nvPr/>
            </p:nvSpPr>
            <p:spPr>
              <a:xfrm>
                <a:off x="1075550" y="2784863"/>
                <a:ext cx="194400" cy="19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a:extLst>
                  <a:ext uri="{FF2B5EF4-FFF2-40B4-BE49-F238E27FC236}">
                    <a16:creationId xmlns:a16="http://schemas.microsoft.com/office/drawing/2014/main" id="{0CEF7824-15C6-55FA-F125-ADD07C7A6175}"/>
                  </a:ext>
                </a:extLst>
              </p:cNvPr>
              <p:cNvSpPr/>
              <p:nvPr/>
            </p:nvSpPr>
            <p:spPr>
              <a:xfrm>
                <a:off x="1662950" y="2144625"/>
                <a:ext cx="194400" cy="1944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a:extLst>
                  <a:ext uri="{FF2B5EF4-FFF2-40B4-BE49-F238E27FC236}">
                    <a16:creationId xmlns:a16="http://schemas.microsoft.com/office/drawing/2014/main" id="{1C6BE273-3ED4-EAA8-77D5-DD499BF5CDF0}"/>
                  </a:ext>
                </a:extLst>
              </p:cNvPr>
              <p:cNvSpPr/>
              <p:nvPr/>
            </p:nvSpPr>
            <p:spPr>
              <a:xfrm>
                <a:off x="1857350" y="4034504"/>
                <a:ext cx="97800" cy="97800"/>
              </a:xfrm>
              <a:prstGeom prst="ellipse">
                <a:avLst/>
              </a:pr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a:extLst>
                  <a:ext uri="{FF2B5EF4-FFF2-40B4-BE49-F238E27FC236}">
                    <a16:creationId xmlns:a16="http://schemas.microsoft.com/office/drawing/2014/main" id="{055FEF5E-951C-8877-7204-CF6278911BDB}"/>
                  </a:ext>
                </a:extLst>
              </p:cNvPr>
              <p:cNvSpPr/>
              <p:nvPr/>
            </p:nvSpPr>
            <p:spPr>
              <a:xfrm>
                <a:off x="972475" y="2603225"/>
                <a:ext cx="42300" cy="42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a:extLst>
                  <a:ext uri="{FF2B5EF4-FFF2-40B4-BE49-F238E27FC236}">
                    <a16:creationId xmlns:a16="http://schemas.microsoft.com/office/drawing/2014/main" id="{E41AC2EA-F3E9-922E-C857-402C931C12C6}"/>
                  </a:ext>
                </a:extLst>
              </p:cNvPr>
              <p:cNvSpPr/>
              <p:nvPr/>
            </p:nvSpPr>
            <p:spPr>
              <a:xfrm>
                <a:off x="1502050" y="4340138"/>
                <a:ext cx="80100" cy="801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a:extLst>
                  <a:ext uri="{FF2B5EF4-FFF2-40B4-BE49-F238E27FC236}">
                    <a16:creationId xmlns:a16="http://schemas.microsoft.com/office/drawing/2014/main" id="{A87F3A88-D9C9-CD0A-9FA5-D3DD5E221017}"/>
                  </a:ext>
                </a:extLst>
              </p:cNvPr>
              <p:cNvSpPr/>
              <p:nvPr/>
            </p:nvSpPr>
            <p:spPr>
              <a:xfrm>
                <a:off x="2354275" y="4103438"/>
                <a:ext cx="80100" cy="80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5">
              <a:extLst>
                <a:ext uri="{FF2B5EF4-FFF2-40B4-BE49-F238E27FC236}">
                  <a16:creationId xmlns:a16="http://schemas.microsoft.com/office/drawing/2014/main" id="{4EE040DC-B0B8-89CB-D502-6854F36AC417}"/>
                </a:ext>
              </a:extLst>
            </p:cNvPr>
            <p:cNvSpPr/>
            <p:nvPr/>
          </p:nvSpPr>
          <p:spPr>
            <a:xfrm flipH="1">
              <a:off x="2323238" y="2634250"/>
              <a:ext cx="381000" cy="495625"/>
            </a:xfrm>
            <a:custGeom>
              <a:avLst/>
              <a:gdLst/>
              <a:ahLst/>
              <a:cxnLst/>
              <a:rect l="l" t="t" r="r" b="b"/>
              <a:pathLst>
                <a:path w="15240" h="19825" extrusionOk="0">
                  <a:moveTo>
                    <a:pt x="13597" y="1"/>
                  </a:moveTo>
                  <a:cubicBezTo>
                    <a:pt x="13347" y="1"/>
                    <a:pt x="13085" y="89"/>
                    <a:pt x="12843" y="294"/>
                  </a:cubicBezTo>
                  <a:lnTo>
                    <a:pt x="4404" y="8733"/>
                  </a:lnTo>
                  <a:lnTo>
                    <a:pt x="4404" y="5698"/>
                  </a:lnTo>
                  <a:cubicBezTo>
                    <a:pt x="4404" y="5298"/>
                    <a:pt x="4304" y="4931"/>
                    <a:pt x="4137" y="4564"/>
                  </a:cubicBezTo>
                  <a:cubicBezTo>
                    <a:pt x="4003" y="4297"/>
                    <a:pt x="3837" y="4063"/>
                    <a:pt x="3636" y="3863"/>
                  </a:cubicBezTo>
                  <a:lnTo>
                    <a:pt x="2702" y="2929"/>
                  </a:lnTo>
                  <a:cubicBezTo>
                    <a:pt x="2452" y="2690"/>
                    <a:pt x="2149" y="2582"/>
                    <a:pt x="1854" y="2582"/>
                  </a:cubicBezTo>
                  <a:cubicBezTo>
                    <a:pt x="1243" y="2582"/>
                    <a:pt x="668" y="3044"/>
                    <a:pt x="668" y="3763"/>
                  </a:cubicBezTo>
                  <a:cubicBezTo>
                    <a:pt x="668" y="4063"/>
                    <a:pt x="801" y="4364"/>
                    <a:pt x="1035" y="4597"/>
                  </a:cubicBezTo>
                  <a:lnTo>
                    <a:pt x="1268" y="4831"/>
                  </a:lnTo>
                  <a:cubicBezTo>
                    <a:pt x="1735" y="5331"/>
                    <a:pt x="2035" y="5998"/>
                    <a:pt x="2035" y="6699"/>
                  </a:cubicBezTo>
                  <a:lnTo>
                    <a:pt x="0" y="14104"/>
                  </a:lnTo>
                  <a:cubicBezTo>
                    <a:pt x="0" y="14704"/>
                    <a:pt x="234" y="15271"/>
                    <a:pt x="668" y="15705"/>
                  </a:cubicBezTo>
                  <a:lnTo>
                    <a:pt x="4137" y="19174"/>
                  </a:lnTo>
                  <a:cubicBezTo>
                    <a:pt x="4587" y="19608"/>
                    <a:pt x="5171" y="19825"/>
                    <a:pt x="5750" y="19825"/>
                  </a:cubicBezTo>
                  <a:cubicBezTo>
                    <a:pt x="6330" y="19825"/>
                    <a:pt x="6905" y="19608"/>
                    <a:pt x="7339" y="19174"/>
                  </a:cubicBezTo>
                  <a:lnTo>
                    <a:pt x="13177" y="13337"/>
                  </a:lnTo>
                  <a:cubicBezTo>
                    <a:pt x="13410" y="13103"/>
                    <a:pt x="13510" y="12803"/>
                    <a:pt x="13510" y="12503"/>
                  </a:cubicBezTo>
                  <a:cubicBezTo>
                    <a:pt x="13510" y="11784"/>
                    <a:pt x="12935" y="11307"/>
                    <a:pt x="12335" y="11307"/>
                  </a:cubicBezTo>
                  <a:cubicBezTo>
                    <a:pt x="12044" y="11307"/>
                    <a:pt x="11748" y="11418"/>
                    <a:pt x="11509" y="11669"/>
                  </a:cubicBezTo>
                  <a:lnTo>
                    <a:pt x="12176" y="10968"/>
                  </a:lnTo>
                  <a:cubicBezTo>
                    <a:pt x="13186" y="10135"/>
                    <a:pt x="12361" y="8843"/>
                    <a:pt x="11408" y="8843"/>
                  </a:cubicBezTo>
                  <a:cubicBezTo>
                    <a:pt x="11210" y="8843"/>
                    <a:pt x="11006" y="8899"/>
                    <a:pt x="10811" y="9027"/>
                  </a:cubicBezTo>
                  <a:lnTo>
                    <a:pt x="10811" y="9027"/>
                  </a:lnTo>
                  <a:lnTo>
                    <a:pt x="10842" y="9000"/>
                  </a:lnTo>
                  <a:cubicBezTo>
                    <a:pt x="11542" y="8119"/>
                    <a:pt x="10811" y="7035"/>
                    <a:pt x="9933" y="7035"/>
                  </a:cubicBezTo>
                  <a:cubicBezTo>
                    <a:pt x="9682" y="7035"/>
                    <a:pt x="9419" y="7124"/>
                    <a:pt x="9174" y="7332"/>
                  </a:cubicBezTo>
                  <a:lnTo>
                    <a:pt x="14511" y="1962"/>
                  </a:lnTo>
                  <a:cubicBezTo>
                    <a:pt x="15239" y="1103"/>
                    <a:pt x="14486" y="1"/>
                    <a:pt x="13597"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15">
            <a:extLst>
              <a:ext uri="{FF2B5EF4-FFF2-40B4-BE49-F238E27FC236}">
                <a16:creationId xmlns:a16="http://schemas.microsoft.com/office/drawing/2014/main" id="{6110477B-8F0C-1BA4-E899-56C0D6E8D2E6}"/>
              </a:ext>
            </a:extLst>
          </p:cNvPr>
          <p:cNvGrpSpPr/>
          <p:nvPr/>
        </p:nvGrpSpPr>
        <p:grpSpPr>
          <a:xfrm>
            <a:off x="6810100" y="1117250"/>
            <a:ext cx="2059600" cy="2523048"/>
            <a:chOff x="2962600" y="1787438"/>
            <a:chExt cx="2059600" cy="2523048"/>
          </a:xfrm>
        </p:grpSpPr>
        <p:sp>
          <p:nvSpPr>
            <p:cNvPr id="117" name="Google Shape;117;p15">
              <a:extLst>
                <a:ext uri="{FF2B5EF4-FFF2-40B4-BE49-F238E27FC236}">
                  <a16:creationId xmlns:a16="http://schemas.microsoft.com/office/drawing/2014/main" id="{99EBECDE-176E-2EBA-4447-3810983D30A4}"/>
                </a:ext>
              </a:extLst>
            </p:cNvPr>
            <p:cNvSpPr/>
            <p:nvPr/>
          </p:nvSpPr>
          <p:spPr>
            <a:xfrm>
              <a:off x="3488800" y="2222313"/>
              <a:ext cx="1161675" cy="555400"/>
            </a:xfrm>
            <a:custGeom>
              <a:avLst/>
              <a:gdLst/>
              <a:ahLst/>
              <a:cxnLst/>
              <a:rect l="l" t="t" r="r" b="b"/>
              <a:pathLst>
                <a:path w="46467" h="22216" extrusionOk="0">
                  <a:moveTo>
                    <a:pt x="24418" y="0"/>
                  </a:moveTo>
                  <a:cubicBezTo>
                    <a:pt x="17713" y="33"/>
                    <a:pt x="12042" y="5004"/>
                    <a:pt x="11175" y="11675"/>
                  </a:cubicBezTo>
                  <a:cubicBezTo>
                    <a:pt x="10975" y="11675"/>
                    <a:pt x="10808" y="11642"/>
                    <a:pt x="10608" y="11642"/>
                  </a:cubicBezTo>
                  <a:cubicBezTo>
                    <a:pt x="4737" y="11642"/>
                    <a:pt x="0" y="16378"/>
                    <a:pt x="0" y="22216"/>
                  </a:cubicBezTo>
                  <a:lnTo>
                    <a:pt x="46233" y="22216"/>
                  </a:lnTo>
                  <a:cubicBezTo>
                    <a:pt x="46367" y="21582"/>
                    <a:pt x="46467" y="20915"/>
                    <a:pt x="46467" y="20248"/>
                  </a:cubicBezTo>
                  <a:cubicBezTo>
                    <a:pt x="46467" y="15511"/>
                    <a:pt x="42598" y="11642"/>
                    <a:pt x="37827" y="11642"/>
                  </a:cubicBezTo>
                  <a:lnTo>
                    <a:pt x="37694" y="11642"/>
                  </a:lnTo>
                  <a:cubicBezTo>
                    <a:pt x="36827" y="4970"/>
                    <a:pt x="31156" y="0"/>
                    <a:pt x="24418"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a:extLst>
                <a:ext uri="{FF2B5EF4-FFF2-40B4-BE49-F238E27FC236}">
                  <a16:creationId xmlns:a16="http://schemas.microsoft.com/office/drawing/2014/main" id="{1C89B710-E381-EF25-36FF-5C416648BEFC}"/>
                </a:ext>
              </a:extLst>
            </p:cNvPr>
            <p:cNvSpPr/>
            <p:nvPr/>
          </p:nvSpPr>
          <p:spPr>
            <a:xfrm>
              <a:off x="4188475" y="2631763"/>
              <a:ext cx="74225" cy="467850"/>
            </a:xfrm>
            <a:custGeom>
              <a:avLst/>
              <a:gdLst/>
              <a:ahLst/>
              <a:cxnLst/>
              <a:rect l="l" t="t" r="r" b="b"/>
              <a:pathLst>
                <a:path w="2969" h="18714" extrusionOk="0">
                  <a:moveTo>
                    <a:pt x="0" y="0"/>
                  </a:moveTo>
                  <a:lnTo>
                    <a:pt x="0" y="15245"/>
                  </a:lnTo>
                  <a:lnTo>
                    <a:pt x="1468" y="18714"/>
                  </a:lnTo>
                  <a:lnTo>
                    <a:pt x="2969" y="15245"/>
                  </a:lnTo>
                  <a:lnTo>
                    <a:pt x="2969" y="0"/>
                  </a:ln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a:extLst>
                <a:ext uri="{FF2B5EF4-FFF2-40B4-BE49-F238E27FC236}">
                  <a16:creationId xmlns:a16="http://schemas.microsoft.com/office/drawing/2014/main" id="{5986E095-CFB4-7AC9-289A-1EE91D372C25}"/>
                </a:ext>
              </a:extLst>
            </p:cNvPr>
            <p:cNvSpPr/>
            <p:nvPr/>
          </p:nvSpPr>
          <p:spPr>
            <a:xfrm>
              <a:off x="3904100" y="2545038"/>
              <a:ext cx="75075" cy="467850"/>
            </a:xfrm>
            <a:custGeom>
              <a:avLst/>
              <a:gdLst/>
              <a:ahLst/>
              <a:cxnLst/>
              <a:rect l="l" t="t" r="r" b="b"/>
              <a:pathLst>
                <a:path w="3003" h="18714" extrusionOk="0">
                  <a:moveTo>
                    <a:pt x="1501" y="0"/>
                  </a:moveTo>
                  <a:lnTo>
                    <a:pt x="0" y="3469"/>
                  </a:lnTo>
                  <a:lnTo>
                    <a:pt x="0" y="18714"/>
                  </a:lnTo>
                  <a:lnTo>
                    <a:pt x="3002" y="18714"/>
                  </a:lnTo>
                  <a:lnTo>
                    <a:pt x="3002" y="3469"/>
                  </a:lnTo>
                  <a:lnTo>
                    <a:pt x="1501" y="0"/>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a:extLst>
                <a:ext uri="{FF2B5EF4-FFF2-40B4-BE49-F238E27FC236}">
                  <a16:creationId xmlns:a16="http://schemas.microsoft.com/office/drawing/2014/main" id="{C253A068-9DC5-276C-D597-5B6E85282472}"/>
                </a:ext>
              </a:extLst>
            </p:cNvPr>
            <p:cNvSpPr/>
            <p:nvPr/>
          </p:nvSpPr>
          <p:spPr>
            <a:xfrm>
              <a:off x="2962600" y="2574213"/>
              <a:ext cx="1161675" cy="555425"/>
            </a:xfrm>
            <a:custGeom>
              <a:avLst/>
              <a:gdLst/>
              <a:ahLst/>
              <a:cxnLst/>
              <a:rect l="l" t="t" r="r" b="b"/>
              <a:pathLst>
                <a:path w="46467" h="22217" extrusionOk="0">
                  <a:moveTo>
                    <a:pt x="24417" y="1"/>
                  </a:moveTo>
                  <a:cubicBezTo>
                    <a:pt x="17713" y="1"/>
                    <a:pt x="12042" y="4971"/>
                    <a:pt x="11175" y="11609"/>
                  </a:cubicBezTo>
                  <a:lnTo>
                    <a:pt x="10574" y="11609"/>
                  </a:lnTo>
                  <a:cubicBezTo>
                    <a:pt x="4737" y="11609"/>
                    <a:pt x="0" y="16346"/>
                    <a:pt x="0" y="22217"/>
                  </a:cubicBezTo>
                  <a:lnTo>
                    <a:pt x="46233" y="22217"/>
                  </a:lnTo>
                  <a:cubicBezTo>
                    <a:pt x="46366" y="21583"/>
                    <a:pt x="46433" y="20916"/>
                    <a:pt x="46467" y="20249"/>
                  </a:cubicBezTo>
                  <a:cubicBezTo>
                    <a:pt x="46467" y="15479"/>
                    <a:pt x="42597" y="11609"/>
                    <a:pt x="37827" y="11609"/>
                  </a:cubicBezTo>
                  <a:lnTo>
                    <a:pt x="37694" y="11609"/>
                  </a:lnTo>
                  <a:cubicBezTo>
                    <a:pt x="36826" y="4971"/>
                    <a:pt x="31156" y="1"/>
                    <a:pt x="24417"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a:extLst>
                <a:ext uri="{FF2B5EF4-FFF2-40B4-BE49-F238E27FC236}">
                  <a16:creationId xmlns:a16="http://schemas.microsoft.com/office/drawing/2014/main" id="{369D4792-2E8C-A2C6-D7A5-C4AE50AB2339}"/>
                </a:ext>
              </a:extLst>
            </p:cNvPr>
            <p:cNvSpPr/>
            <p:nvPr/>
          </p:nvSpPr>
          <p:spPr>
            <a:xfrm>
              <a:off x="3491300" y="2730163"/>
              <a:ext cx="194325" cy="158475"/>
            </a:xfrm>
            <a:custGeom>
              <a:avLst/>
              <a:gdLst/>
              <a:ahLst/>
              <a:cxnLst/>
              <a:rect l="l" t="t" r="r" b="b"/>
              <a:pathLst>
                <a:path w="7773" h="6339" fill="none" extrusionOk="0">
                  <a:moveTo>
                    <a:pt x="0" y="2302"/>
                  </a:moveTo>
                  <a:cubicBezTo>
                    <a:pt x="3269" y="1"/>
                    <a:pt x="7773" y="2302"/>
                    <a:pt x="7773" y="6339"/>
                  </a:cubicBezTo>
                </a:path>
              </a:pathLst>
            </a:custGeom>
            <a:solidFill>
              <a:schemeClr val="lt1"/>
            </a:solidFill>
            <a:ln w="3170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a:extLst>
                <a:ext uri="{FF2B5EF4-FFF2-40B4-BE49-F238E27FC236}">
                  <a16:creationId xmlns:a16="http://schemas.microsoft.com/office/drawing/2014/main" id="{77ACE944-C886-4DDB-E191-75483B3BFA2F}"/>
                </a:ext>
              </a:extLst>
            </p:cNvPr>
            <p:cNvSpPr/>
            <p:nvPr/>
          </p:nvSpPr>
          <p:spPr>
            <a:xfrm>
              <a:off x="3452100" y="2751838"/>
              <a:ext cx="80075" cy="82600"/>
            </a:xfrm>
            <a:custGeom>
              <a:avLst/>
              <a:gdLst/>
              <a:ahLst/>
              <a:cxnLst/>
              <a:rect l="l" t="t" r="r" b="b"/>
              <a:pathLst>
                <a:path w="3203" h="3304" extrusionOk="0">
                  <a:moveTo>
                    <a:pt x="735" y="1"/>
                  </a:moveTo>
                  <a:lnTo>
                    <a:pt x="1" y="3303"/>
                  </a:lnTo>
                  <a:lnTo>
                    <a:pt x="3203" y="2303"/>
                  </a:lnTo>
                  <a:lnTo>
                    <a:pt x="7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a:extLst>
                <a:ext uri="{FF2B5EF4-FFF2-40B4-BE49-F238E27FC236}">
                  <a16:creationId xmlns:a16="http://schemas.microsoft.com/office/drawing/2014/main" id="{914767CF-4E51-32D8-EA64-00B0E780D0B1}"/>
                </a:ext>
              </a:extLst>
            </p:cNvPr>
            <p:cNvSpPr/>
            <p:nvPr/>
          </p:nvSpPr>
          <p:spPr>
            <a:xfrm>
              <a:off x="3452100" y="2875263"/>
              <a:ext cx="194325" cy="158475"/>
            </a:xfrm>
            <a:custGeom>
              <a:avLst/>
              <a:gdLst/>
              <a:ahLst/>
              <a:cxnLst/>
              <a:rect l="l" t="t" r="r" b="b"/>
              <a:pathLst>
                <a:path w="7773" h="6339" fill="none" extrusionOk="0">
                  <a:moveTo>
                    <a:pt x="7773" y="4037"/>
                  </a:moveTo>
                  <a:cubicBezTo>
                    <a:pt x="4504" y="6339"/>
                    <a:pt x="1" y="4037"/>
                    <a:pt x="1" y="1"/>
                  </a:cubicBezTo>
                </a:path>
              </a:pathLst>
            </a:custGeom>
            <a:solidFill>
              <a:schemeClr val="lt1"/>
            </a:solidFill>
            <a:ln w="3170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a:extLst>
                <a:ext uri="{FF2B5EF4-FFF2-40B4-BE49-F238E27FC236}">
                  <a16:creationId xmlns:a16="http://schemas.microsoft.com/office/drawing/2014/main" id="{2ACA6F83-E116-6105-846B-2556D3EFD7BB}"/>
                </a:ext>
              </a:extLst>
            </p:cNvPr>
            <p:cNvSpPr/>
            <p:nvPr/>
          </p:nvSpPr>
          <p:spPr>
            <a:xfrm>
              <a:off x="3605550" y="2929488"/>
              <a:ext cx="80075" cy="82575"/>
            </a:xfrm>
            <a:custGeom>
              <a:avLst/>
              <a:gdLst/>
              <a:ahLst/>
              <a:cxnLst/>
              <a:rect l="l" t="t" r="r" b="b"/>
              <a:pathLst>
                <a:path w="3203" h="3303" extrusionOk="0">
                  <a:moveTo>
                    <a:pt x="3203" y="0"/>
                  </a:moveTo>
                  <a:lnTo>
                    <a:pt x="0" y="1001"/>
                  </a:lnTo>
                  <a:lnTo>
                    <a:pt x="2469" y="3302"/>
                  </a:lnTo>
                  <a:lnTo>
                    <a:pt x="32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a:extLst>
                <a:ext uri="{FF2B5EF4-FFF2-40B4-BE49-F238E27FC236}">
                  <a16:creationId xmlns:a16="http://schemas.microsoft.com/office/drawing/2014/main" id="{6ED3D8BA-CD2E-3261-ED81-397D575B1D8B}"/>
                </a:ext>
              </a:extLst>
            </p:cNvPr>
            <p:cNvSpPr/>
            <p:nvPr/>
          </p:nvSpPr>
          <p:spPr>
            <a:xfrm>
              <a:off x="3481113" y="3343700"/>
              <a:ext cx="381000" cy="495625"/>
            </a:xfrm>
            <a:custGeom>
              <a:avLst/>
              <a:gdLst/>
              <a:ahLst/>
              <a:cxnLst/>
              <a:rect l="l" t="t" r="r" b="b"/>
              <a:pathLst>
                <a:path w="15240" h="19825" extrusionOk="0">
                  <a:moveTo>
                    <a:pt x="13597" y="1"/>
                  </a:moveTo>
                  <a:cubicBezTo>
                    <a:pt x="13347" y="1"/>
                    <a:pt x="13085" y="89"/>
                    <a:pt x="12843" y="294"/>
                  </a:cubicBezTo>
                  <a:lnTo>
                    <a:pt x="4404" y="8733"/>
                  </a:lnTo>
                  <a:lnTo>
                    <a:pt x="4404" y="5698"/>
                  </a:lnTo>
                  <a:cubicBezTo>
                    <a:pt x="4404" y="5298"/>
                    <a:pt x="4304" y="4931"/>
                    <a:pt x="4137" y="4564"/>
                  </a:cubicBezTo>
                  <a:cubicBezTo>
                    <a:pt x="4003" y="4297"/>
                    <a:pt x="3837" y="4063"/>
                    <a:pt x="3636" y="3863"/>
                  </a:cubicBezTo>
                  <a:lnTo>
                    <a:pt x="2702" y="2929"/>
                  </a:lnTo>
                  <a:cubicBezTo>
                    <a:pt x="2452" y="2690"/>
                    <a:pt x="2149" y="2582"/>
                    <a:pt x="1854" y="2582"/>
                  </a:cubicBezTo>
                  <a:cubicBezTo>
                    <a:pt x="1243" y="2582"/>
                    <a:pt x="668" y="3044"/>
                    <a:pt x="668" y="3763"/>
                  </a:cubicBezTo>
                  <a:cubicBezTo>
                    <a:pt x="668" y="4063"/>
                    <a:pt x="801" y="4364"/>
                    <a:pt x="1035" y="4597"/>
                  </a:cubicBezTo>
                  <a:lnTo>
                    <a:pt x="1268" y="4831"/>
                  </a:lnTo>
                  <a:cubicBezTo>
                    <a:pt x="1735" y="5331"/>
                    <a:pt x="2035" y="5998"/>
                    <a:pt x="2035" y="6699"/>
                  </a:cubicBezTo>
                  <a:lnTo>
                    <a:pt x="0" y="14104"/>
                  </a:lnTo>
                  <a:cubicBezTo>
                    <a:pt x="0" y="14704"/>
                    <a:pt x="234" y="15271"/>
                    <a:pt x="668" y="15705"/>
                  </a:cubicBezTo>
                  <a:lnTo>
                    <a:pt x="4137" y="19174"/>
                  </a:lnTo>
                  <a:cubicBezTo>
                    <a:pt x="4587" y="19608"/>
                    <a:pt x="5171" y="19825"/>
                    <a:pt x="5750" y="19825"/>
                  </a:cubicBezTo>
                  <a:cubicBezTo>
                    <a:pt x="6330" y="19825"/>
                    <a:pt x="6905" y="19608"/>
                    <a:pt x="7339" y="19174"/>
                  </a:cubicBezTo>
                  <a:lnTo>
                    <a:pt x="13177" y="13337"/>
                  </a:lnTo>
                  <a:cubicBezTo>
                    <a:pt x="13410" y="13103"/>
                    <a:pt x="13510" y="12803"/>
                    <a:pt x="13510" y="12503"/>
                  </a:cubicBezTo>
                  <a:cubicBezTo>
                    <a:pt x="13510" y="11784"/>
                    <a:pt x="12935" y="11307"/>
                    <a:pt x="12335" y="11307"/>
                  </a:cubicBezTo>
                  <a:cubicBezTo>
                    <a:pt x="12044" y="11307"/>
                    <a:pt x="11748" y="11418"/>
                    <a:pt x="11509" y="11669"/>
                  </a:cubicBezTo>
                  <a:lnTo>
                    <a:pt x="12176" y="10968"/>
                  </a:lnTo>
                  <a:cubicBezTo>
                    <a:pt x="13186" y="10135"/>
                    <a:pt x="12361" y="8843"/>
                    <a:pt x="11408" y="8843"/>
                  </a:cubicBezTo>
                  <a:cubicBezTo>
                    <a:pt x="11210" y="8843"/>
                    <a:pt x="11006" y="8899"/>
                    <a:pt x="10811" y="9027"/>
                  </a:cubicBezTo>
                  <a:lnTo>
                    <a:pt x="10811" y="9027"/>
                  </a:lnTo>
                  <a:lnTo>
                    <a:pt x="10842" y="9000"/>
                  </a:lnTo>
                  <a:cubicBezTo>
                    <a:pt x="11542" y="8119"/>
                    <a:pt x="10811" y="7035"/>
                    <a:pt x="9933" y="7035"/>
                  </a:cubicBezTo>
                  <a:cubicBezTo>
                    <a:pt x="9682" y="7035"/>
                    <a:pt x="9419" y="7124"/>
                    <a:pt x="9174" y="7332"/>
                  </a:cubicBezTo>
                  <a:lnTo>
                    <a:pt x="14511" y="1962"/>
                  </a:lnTo>
                  <a:cubicBezTo>
                    <a:pt x="15239" y="1103"/>
                    <a:pt x="14486" y="1"/>
                    <a:pt x="1359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15">
              <a:extLst>
                <a:ext uri="{FF2B5EF4-FFF2-40B4-BE49-F238E27FC236}">
                  <a16:creationId xmlns:a16="http://schemas.microsoft.com/office/drawing/2014/main" id="{98C6D068-E3AF-2D8F-732C-43A9D98765DE}"/>
                </a:ext>
              </a:extLst>
            </p:cNvPr>
            <p:cNvGrpSpPr/>
            <p:nvPr/>
          </p:nvGrpSpPr>
          <p:grpSpPr>
            <a:xfrm>
              <a:off x="4068550" y="3518650"/>
              <a:ext cx="503452" cy="791836"/>
              <a:chOff x="6398413" y="1345150"/>
              <a:chExt cx="503452" cy="791836"/>
            </a:xfrm>
          </p:grpSpPr>
          <p:sp>
            <p:nvSpPr>
              <p:cNvPr id="127" name="Google Shape;127;p15">
                <a:extLst>
                  <a:ext uri="{FF2B5EF4-FFF2-40B4-BE49-F238E27FC236}">
                    <a16:creationId xmlns:a16="http://schemas.microsoft.com/office/drawing/2014/main" id="{0FA7EF63-26C0-53EA-6088-61D88F482994}"/>
                  </a:ext>
                </a:extLst>
              </p:cNvPr>
              <p:cNvSpPr/>
              <p:nvPr/>
            </p:nvSpPr>
            <p:spPr>
              <a:xfrm>
                <a:off x="6450067" y="1345150"/>
                <a:ext cx="402560" cy="348494"/>
              </a:xfrm>
              <a:custGeom>
                <a:avLst/>
                <a:gdLst/>
                <a:ahLst/>
                <a:cxnLst/>
                <a:rect l="l" t="t" r="r" b="b"/>
                <a:pathLst>
                  <a:path w="11176" h="9675" extrusionOk="0">
                    <a:moveTo>
                      <a:pt x="5571" y="0"/>
                    </a:moveTo>
                    <a:cubicBezTo>
                      <a:pt x="2569" y="0"/>
                      <a:pt x="67" y="2402"/>
                      <a:pt x="1" y="5438"/>
                    </a:cubicBezTo>
                    <a:lnTo>
                      <a:pt x="1" y="9674"/>
                    </a:lnTo>
                    <a:lnTo>
                      <a:pt x="1969" y="9674"/>
                    </a:lnTo>
                    <a:lnTo>
                      <a:pt x="1969" y="5438"/>
                    </a:lnTo>
                    <a:cubicBezTo>
                      <a:pt x="1969" y="3436"/>
                      <a:pt x="3603" y="1835"/>
                      <a:pt x="5571" y="1835"/>
                    </a:cubicBezTo>
                    <a:cubicBezTo>
                      <a:pt x="7573" y="1835"/>
                      <a:pt x="9174" y="3436"/>
                      <a:pt x="9207" y="5438"/>
                    </a:cubicBezTo>
                    <a:lnTo>
                      <a:pt x="9207" y="9674"/>
                    </a:lnTo>
                    <a:lnTo>
                      <a:pt x="11175" y="9674"/>
                    </a:lnTo>
                    <a:lnTo>
                      <a:pt x="11175" y="5438"/>
                    </a:lnTo>
                    <a:cubicBezTo>
                      <a:pt x="11075" y="2402"/>
                      <a:pt x="8607" y="0"/>
                      <a:pt x="5571" y="0"/>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a:extLst>
                  <a:ext uri="{FF2B5EF4-FFF2-40B4-BE49-F238E27FC236}">
                    <a16:creationId xmlns:a16="http://schemas.microsoft.com/office/drawing/2014/main" id="{C11F8E3E-5FBC-9FAF-AAEE-2BC9E23F55FB}"/>
                  </a:ext>
                </a:extLst>
              </p:cNvPr>
              <p:cNvSpPr/>
              <p:nvPr/>
            </p:nvSpPr>
            <p:spPr>
              <a:xfrm>
                <a:off x="6398413" y="1633534"/>
                <a:ext cx="503452" cy="503452"/>
              </a:xfrm>
              <a:custGeom>
                <a:avLst/>
                <a:gdLst/>
                <a:ahLst/>
                <a:cxnLst/>
                <a:rect l="l" t="t" r="r" b="b"/>
                <a:pathLst>
                  <a:path w="13977" h="13977" extrusionOk="0">
                    <a:moveTo>
                      <a:pt x="0" y="0"/>
                    </a:moveTo>
                    <a:lnTo>
                      <a:pt x="0" y="13977"/>
                    </a:lnTo>
                    <a:lnTo>
                      <a:pt x="13977" y="13977"/>
                    </a:lnTo>
                    <a:lnTo>
                      <a:pt x="13977" y="0"/>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a:extLst>
                  <a:ext uri="{FF2B5EF4-FFF2-40B4-BE49-F238E27FC236}">
                    <a16:creationId xmlns:a16="http://schemas.microsoft.com/office/drawing/2014/main" id="{D48E5CBE-A224-8ADF-529F-8ACA351D3C10}"/>
                  </a:ext>
                </a:extLst>
              </p:cNvPr>
              <p:cNvSpPr/>
              <p:nvPr/>
            </p:nvSpPr>
            <p:spPr>
              <a:xfrm>
                <a:off x="6559426" y="1757302"/>
                <a:ext cx="159821" cy="136696"/>
              </a:xfrm>
              <a:custGeom>
                <a:avLst/>
                <a:gdLst/>
                <a:ahLst/>
                <a:cxnLst/>
                <a:rect l="l" t="t" r="r" b="b"/>
                <a:pathLst>
                  <a:path w="4437" h="3795" extrusionOk="0">
                    <a:moveTo>
                      <a:pt x="2535" y="0"/>
                    </a:moveTo>
                    <a:cubicBezTo>
                      <a:pt x="834" y="0"/>
                      <a:pt x="0" y="2035"/>
                      <a:pt x="1168" y="3236"/>
                    </a:cubicBezTo>
                    <a:cubicBezTo>
                      <a:pt x="1554" y="3622"/>
                      <a:pt x="2031" y="3795"/>
                      <a:pt x="2500" y="3795"/>
                    </a:cubicBezTo>
                    <a:cubicBezTo>
                      <a:pt x="3486" y="3795"/>
                      <a:pt x="4437" y="3032"/>
                      <a:pt x="4437" y="1901"/>
                    </a:cubicBezTo>
                    <a:cubicBezTo>
                      <a:pt x="4437" y="834"/>
                      <a:pt x="3569" y="0"/>
                      <a:pt x="25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a:extLst>
                  <a:ext uri="{FF2B5EF4-FFF2-40B4-BE49-F238E27FC236}">
                    <a16:creationId xmlns:a16="http://schemas.microsoft.com/office/drawing/2014/main" id="{F2C7DDAF-405A-2494-D4FC-84499209561D}"/>
                  </a:ext>
                </a:extLst>
              </p:cNvPr>
              <p:cNvSpPr/>
              <p:nvPr/>
            </p:nvSpPr>
            <p:spPr>
              <a:xfrm>
                <a:off x="6625489" y="1836585"/>
                <a:ext cx="50500" cy="159857"/>
              </a:xfrm>
              <a:custGeom>
                <a:avLst/>
                <a:gdLst/>
                <a:ahLst/>
                <a:cxnLst/>
                <a:rect l="l" t="t" r="r" b="b"/>
                <a:pathLst>
                  <a:path w="1402" h="4438" extrusionOk="0">
                    <a:moveTo>
                      <a:pt x="1" y="1"/>
                    </a:moveTo>
                    <a:lnTo>
                      <a:pt x="1" y="3837"/>
                    </a:lnTo>
                    <a:cubicBezTo>
                      <a:pt x="1" y="4170"/>
                      <a:pt x="268" y="4437"/>
                      <a:pt x="568" y="4437"/>
                    </a:cubicBezTo>
                    <a:lnTo>
                      <a:pt x="801" y="4437"/>
                    </a:lnTo>
                    <a:cubicBezTo>
                      <a:pt x="1135" y="4437"/>
                      <a:pt x="1402" y="4170"/>
                      <a:pt x="1402" y="3837"/>
                    </a:cubicBezTo>
                    <a:lnTo>
                      <a:pt x="14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15">
              <a:extLst>
                <a:ext uri="{FF2B5EF4-FFF2-40B4-BE49-F238E27FC236}">
                  <a16:creationId xmlns:a16="http://schemas.microsoft.com/office/drawing/2014/main" id="{1505BFF2-541B-3883-B6A1-C1F1AD370D1C}"/>
                </a:ext>
              </a:extLst>
            </p:cNvPr>
            <p:cNvSpPr/>
            <p:nvPr/>
          </p:nvSpPr>
          <p:spPr>
            <a:xfrm>
              <a:off x="3257525" y="3245904"/>
              <a:ext cx="97800" cy="97800"/>
            </a:xfrm>
            <a:prstGeom prst="ellipse">
              <a:avLst/>
            </a:pr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a:extLst>
                <a:ext uri="{FF2B5EF4-FFF2-40B4-BE49-F238E27FC236}">
                  <a16:creationId xmlns:a16="http://schemas.microsoft.com/office/drawing/2014/main" id="{B70284B1-8914-EA05-5EC9-2787CD5AFEB7}"/>
                </a:ext>
              </a:extLst>
            </p:cNvPr>
            <p:cNvSpPr/>
            <p:nvPr/>
          </p:nvSpPr>
          <p:spPr>
            <a:xfrm>
              <a:off x="4650475" y="2222325"/>
              <a:ext cx="194400" cy="1944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a:extLst>
                <a:ext uri="{FF2B5EF4-FFF2-40B4-BE49-F238E27FC236}">
                  <a16:creationId xmlns:a16="http://schemas.microsoft.com/office/drawing/2014/main" id="{29DA34FC-CA55-3F1B-93EA-8751CA9E25A4}"/>
                </a:ext>
              </a:extLst>
            </p:cNvPr>
            <p:cNvSpPr/>
            <p:nvPr/>
          </p:nvSpPr>
          <p:spPr>
            <a:xfrm>
              <a:off x="3063125" y="2222313"/>
              <a:ext cx="194400" cy="19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a:extLst>
                <a:ext uri="{FF2B5EF4-FFF2-40B4-BE49-F238E27FC236}">
                  <a16:creationId xmlns:a16="http://schemas.microsoft.com/office/drawing/2014/main" id="{21046DEF-DB1E-1875-AA6F-BE5E2F7133FF}"/>
                </a:ext>
              </a:extLst>
            </p:cNvPr>
            <p:cNvSpPr/>
            <p:nvPr/>
          </p:nvSpPr>
          <p:spPr>
            <a:xfrm>
              <a:off x="3979175" y="3518650"/>
              <a:ext cx="42300" cy="42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a:extLst>
                <a:ext uri="{FF2B5EF4-FFF2-40B4-BE49-F238E27FC236}">
                  <a16:creationId xmlns:a16="http://schemas.microsoft.com/office/drawing/2014/main" id="{52AADB8A-E4E1-0956-07CB-7C25E7CB90F4}"/>
                </a:ext>
              </a:extLst>
            </p:cNvPr>
            <p:cNvSpPr/>
            <p:nvPr/>
          </p:nvSpPr>
          <p:spPr>
            <a:xfrm>
              <a:off x="4924400" y="4183554"/>
              <a:ext cx="97800" cy="978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a:extLst>
                <a:ext uri="{FF2B5EF4-FFF2-40B4-BE49-F238E27FC236}">
                  <a16:creationId xmlns:a16="http://schemas.microsoft.com/office/drawing/2014/main" id="{5F329B54-36F9-70AA-EA06-C0118D7167A6}"/>
                </a:ext>
              </a:extLst>
            </p:cNvPr>
            <p:cNvSpPr/>
            <p:nvPr/>
          </p:nvSpPr>
          <p:spPr>
            <a:xfrm>
              <a:off x="3740425" y="1787438"/>
              <a:ext cx="80100" cy="80100"/>
            </a:xfrm>
            <a:prstGeom prst="ellipse">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5">
              <a:extLst>
                <a:ext uri="{FF2B5EF4-FFF2-40B4-BE49-F238E27FC236}">
                  <a16:creationId xmlns:a16="http://schemas.microsoft.com/office/drawing/2014/main" id="{C0D1B08A-4A44-7FE8-4684-EE35F5037F45}"/>
                </a:ext>
              </a:extLst>
            </p:cNvPr>
            <p:cNvSpPr/>
            <p:nvPr/>
          </p:nvSpPr>
          <p:spPr>
            <a:xfrm>
              <a:off x="3276975" y="4043338"/>
              <a:ext cx="80100" cy="80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F45B2651-21BB-327D-789B-1B72B94AFF97}"/>
              </a:ext>
            </a:extLst>
          </p:cNvPr>
          <p:cNvSpPr>
            <a:spLocks noGrp="1"/>
          </p:cNvSpPr>
          <p:nvPr>
            <p:ph type="subTitle" idx="1"/>
          </p:nvPr>
        </p:nvSpPr>
        <p:spPr>
          <a:xfrm>
            <a:off x="2338300" y="640862"/>
            <a:ext cx="4528800" cy="495625"/>
          </a:xfrm>
        </p:spPr>
        <p:txBody>
          <a:bodyPr/>
          <a:lstStyle/>
          <a:p>
            <a:r>
              <a:rPr lang="en-US" sz="2800" b="1" dirty="0"/>
              <a:t>TEAM MEMBERS</a:t>
            </a:r>
          </a:p>
        </p:txBody>
      </p:sp>
    </p:spTree>
    <p:extLst>
      <p:ext uri="{BB962C8B-B14F-4D97-AF65-F5344CB8AC3E}">
        <p14:creationId xmlns:p14="http://schemas.microsoft.com/office/powerpoint/2010/main" val="1436812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720000" y="539500"/>
            <a:ext cx="4401300" cy="6875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dirty="0">
                <a:solidFill>
                  <a:schemeClr val="tx1"/>
                </a:solidFill>
              </a:rPr>
              <a:t>Project</a:t>
            </a:r>
            <a:r>
              <a:rPr lang="en" sz="4000" dirty="0">
                <a:solidFill>
                  <a:schemeClr val="tx1"/>
                </a:solidFill>
              </a:rPr>
              <a:t> overview</a:t>
            </a:r>
            <a:endParaRPr sz="4000" dirty="0">
              <a:solidFill>
                <a:schemeClr val="tx1"/>
              </a:solidFill>
            </a:endParaRPr>
          </a:p>
        </p:txBody>
      </p:sp>
      <p:sp>
        <p:nvSpPr>
          <p:cNvPr id="143" name="Google Shape;143;p16"/>
          <p:cNvSpPr txBox="1">
            <a:spLocks noGrp="1"/>
          </p:cNvSpPr>
          <p:nvPr>
            <p:ph type="body" idx="1"/>
          </p:nvPr>
        </p:nvSpPr>
        <p:spPr>
          <a:xfrm>
            <a:off x="720000" y="1453732"/>
            <a:ext cx="6233400" cy="2971443"/>
          </a:xfrm>
          <a:prstGeom prst="rect">
            <a:avLst/>
          </a:prstGeom>
        </p:spPr>
        <p:txBody>
          <a:bodyPr spcFirstLastPara="1" wrap="square" lIns="91425" tIns="91425" rIns="91425" bIns="91425" anchor="t" anchorCtr="0">
            <a:noAutofit/>
          </a:bodyPr>
          <a:lstStyle/>
          <a:p>
            <a:pPr marL="127000" indent="0">
              <a:buNone/>
            </a:pPr>
            <a:r>
              <a:rPr lang="en-US" sz="1600" dirty="0">
                <a:latin typeface="Times New Roman" panose="02020603050405020304" pitchFamily="18" charset="0"/>
                <a:cs typeface="Times New Roman" panose="02020603050405020304" pitchFamily="18" charset="0"/>
              </a:rPr>
              <a:t>The aim of this data analytics project is to analyze </a:t>
            </a:r>
            <a:r>
              <a:rPr lang="en-IN" sz="1600" dirty="0">
                <a:latin typeface="Times New Roman" panose="02020603050405020304" pitchFamily="18" charset="0"/>
                <a:cs typeface="Times New Roman" panose="02020603050405020304" pitchFamily="18" charset="0"/>
              </a:rPr>
              <a:t>Adventure works</a:t>
            </a: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sales </a:t>
            </a:r>
            <a:r>
              <a:rPr lang="en-US" sz="1600" dirty="0">
                <a:latin typeface="Times New Roman" panose="02020603050405020304" pitchFamily="18" charset="0"/>
                <a:cs typeface="Times New Roman" panose="02020603050405020304" pitchFamily="18" charset="0"/>
              </a:rPr>
              <a:t>data to uncover patterns, trends, and insights that can  assist  in  improving  </a:t>
            </a:r>
            <a:r>
              <a:rPr lang="en-IN" sz="1600" dirty="0">
                <a:latin typeface="Times New Roman" panose="02020603050405020304" pitchFamily="18" charset="0"/>
                <a:cs typeface="Times New Roman" panose="02020603050405020304" pitchFamily="18" charset="0"/>
              </a:rPr>
              <a:t>Overall sales</a:t>
            </a: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Regional performance</a:t>
            </a: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Identify sales trends </a:t>
            </a:r>
            <a:r>
              <a:rPr lang="en-US" sz="1600" dirty="0">
                <a:latin typeface="Times New Roman" panose="02020603050405020304" pitchFamily="18" charset="0"/>
                <a:cs typeface="Times New Roman" panose="02020603050405020304" pitchFamily="18" charset="0"/>
              </a:rPr>
              <a:t>, and customer targeting strategies. The project focuses on key performance indicators (KPIs) that provide a detailed  understanding  of  </a:t>
            </a:r>
            <a:r>
              <a:rPr lang="en-IN" sz="1600" dirty="0">
                <a:latin typeface="Times New Roman" panose="02020603050405020304" pitchFamily="18" charset="0"/>
                <a:cs typeface="Times New Roman" panose="02020603050405020304" pitchFamily="18" charset="0"/>
              </a:rPr>
              <a:t>sales</a:t>
            </a:r>
            <a:r>
              <a:rPr lang="en-US" sz="1600" dirty="0">
                <a:latin typeface="Times New Roman" panose="02020603050405020304" pitchFamily="18" charset="0"/>
                <a:cs typeface="Times New Roman" panose="02020603050405020304" pitchFamily="18" charset="0"/>
              </a:rPr>
              <a:t>  behaviors  across  different segments.</a:t>
            </a:r>
          </a:p>
          <a:p>
            <a:pPr marL="127000" indent="0">
              <a:buNone/>
            </a:pPr>
            <a:r>
              <a:rPr lang="en-US" sz="1600" dirty="0">
                <a:latin typeface="Times New Roman" panose="02020603050405020304" pitchFamily="18" charset="0"/>
                <a:cs typeface="Times New Roman" panose="02020603050405020304" pitchFamily="18" charset="0"/>
              </a:rPr>
              <a:t>To effectively visualize and interpret the data, we created interactive dashboards using the following tools:</a:t>
            </a:r>
          </a:p>
          <a:p>
            <a:pPr marL="127000" indent="0">
              <a:buNone/>
            </a:pPr>
            <a:r>
              <a:rPr lang="en-US" sz="1600" dirty="0">
                <a:solidFill>
                  <a:srgbClr val="FFFF00"/>
                </a:solidFill>
                <a:latin typeface="Times New Roman" panose="02020603050405020304" pitchFamily="18" charset="0"/>
                <a:cs typeface="Times New Roman" panose="02020603050405020304" pitchFamily="18" charset="0"/>
              </a:rPr>
              <a:t>Excel, Tableau, and Power BI </a:t>
            </a:r>
            <a:r>
              <a:rPr lang="en-US" sz="1600" dirty="0">
                <a:latin typeface="Times New Roman" panose="02020603050405020304" pitchFamily="18" charset="0"/>
                <a:cs typeface="Times New Roman" panose="02020603050405020304" pitchFamily="18" charset="0"/>
              </a:rPr>
              <a:t>. These dashboards allowed for a dynamic  and  detailed  exploration  of  the  data,  providing actionable  insights  that  can  be  easily  communicated  to stakeholders.</a:t>
            </a:r>
          </a:p>
          <a:p>
            <a:endParaRPr lang="en-US" dirty="0">
              <a:effectLst/>
            </a:endParaRPr>
          </a:p>
        </p:txBody>
      </p:sp>
      <p:sp>
        <p:nvSpPr>
          <p:cNvPr id="144" name="Google Shape;144;p16"/>
          <p:cNvSpPr/>
          <p:nvPr/>
        </p:nvSpPr>
        <p:spPr>
          <a:xfrm>
            <a:off x="7546751" y="940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p:cNvSpPr/>
          <p:nvPr/>
        </p:nvSpPr>
        <p:spPr>
          <a:xfrm>
            <a:off x="7093638" y="83253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p:nvPr/>
        </p:nvSpPr>
        <p:spPr>
          <a:xfrm rot="-1685758">
            <a:off x="8328153" y="13340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8104063" y="72696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16"/>
          <p:cNvGrpSpPr/>
          <p:nvPr/>
        </p:nvGrpSpPr>
        <p:grpSpPr>
          <a:xfrm>
            <a:off x="7862872" y="3134764"/>
            <a:ext cx="695830" cy="243805"/>
            <a:chOff x="2271950" y="2722775"/>
            <a:chExt cx="575875" cy="201775"/>
          </a:xfrm>
        </p:grpSpPr>
        <p:sp>
          <p:nvSpPr>
            <p:cNvPr id="149" name="Google Shape;149;p16"/>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6"/>
          <p:cNvSpPr/>
          <p:nvPr/>
        </p:nvSpPr>
        <p:spPr>
          <a:xfrm rot="7201932">
            <a:off x="8171962" y="1678403"/>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p:cNvSpPr/>
          <p:nvPr/>
        </p:nvSpPr>
        <p:spPr>
          <a:xfrm rot="7198898">
            <a:off x="7394787" y="21615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p:cNvSpPr/>
          <p:nvPr/>
        </p:nvSpPr>
        <p:spPr>
          <a:xfrm rot="-1685758">
            <a:off x="7153853" y="16955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p:nvPr/>
        </p:nvSpPr>
        <p:spPr>
          <a:xfrm>
            <a:off x="7513458" y="1607050"/>
            <a:ext cx="301803" cy="301803"/>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p:cNvSpPr/>
          <p:nvPr/>
        </p:nvSpPr>
        <p:spPr>
          <a:xfrm>
            <a:off x="8317494" y="2456017"/>
            <a:ext cx="107827" cy="10781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7CBB6BB6-CD11-15D0-4D7C-FEAA510A68DE}"/>
            </a:ext>
          </a:extLst>
        </p:cNvPr>
        <p:cNvGrpSpPr/>
        <p:nvPr/>
      </p:nvGrpSpPr>
      <p:grpSpPr>
        <a:xfrm>
          <a:off x="0" y="0"/>
          <a:ext cx="0" cy="0"/>
          <a:chOff x="0" y="0"/>
          <a:chExt cx="0" cy="0"/>
        </a:xfrm>
      </p:grpSpPr>
      <p:sp>
        <p:nvSpPr>
          <p:cNvPr id="142" name="Google Shape;142;p16">
            <a:extLst>
              <a:ext uri="{FF2B5EF4-FFF2-40B4-BE49-F238E27FC236}">
                <a16:creationId xmlns:a16="http://schemas.microsoft.com/office/drawing/2014/main" id="{2CCB5CF0-D2A9-3D44-3F20-FB69C8EFE698}"/>
              </a:ext>
            </a:extLst>
          </p:cNvPr>
          <p:cNvSpPr txBox="1">
            <a:spLocks noGrp="1"/>
          </p:cNvSpPr>
          <p:nvPr>
            <p:ph type="title"/>
          </p:nvPr>
        </p:nvSpPr>
        <p:spPr>
          <a:xfrm>
            <a:off x="720000" y="539500"/>
            <a:ext cx="4401300" cy="6875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solidFill>
                  <a:schemeClr val="tx1"/>
                </a:solidFill>
              </a:rPr>
              <a:t>objective</a:t>
            </a:r>
            <a:endParaRPr sz="4000" dirty="0">
              <a:solidFill>
                <a:schemeClr val="tx1"/>
              </a:solidFill>
            </a:endParaRPr>
          </a:p>
        </p:txBody>
      </p:sp>
      <p:sp>
        <p:nvSpPr>
          <p:cNvPr id="143" name="Google Shape;143;p16">
            <a:extLst>
              <a:ext uri="{FF2B5EF4-FFF2-40B4-BE49-F238E27FC236}">
                <a16:creationId xmlns:a16="http://schemas.microsoft.com/office/drawing/2014/main" id="{8F3325A3-0F02-557A-33A8-3DCDD3552344}"/>
              </a:ext>
            </a:extLst>
          </p:cNvPr>
          <p:cNvSpPr txBox="1">
            <a:spLocks noGrp="1"/>
          </p:cNvSpPr>
          <p:nvPr>
            <p:ph type="body" idx="1"/>
          </p:nvPr>
        </p:nvSpPr>
        <p:spPr>
          <a:xfrm>
            <a:off x="720000" y="1453732"/>
            <a:ext cx="6233400" cy="2971443"/>
          </a:xfrm>
          <a:prstGeom prst="rect">
            <a:avLst/>
          </a:prstGeom>
        </p:spPr>
        <p:txBody>
          <a:bodyPr spcFirstLastPara="1" wrap="square" lIns="91425" tIns="91425" rIns="91425" bIns="91425" anchor="t" anchorCtr="0">
            <a:noAutofit/>
          </a:bodyPr>
          <a:lstStyle/>
          <a:p>
            <a:pPr marL="0" marR="114300" indent="0" algn="just">
              <a:spcBef>
                <a:spcPts val="90"/>
              </a:spcBef>
              <a:buNone/>
            </a:pPr>
            <a:r>
              <a:rPr lang="en-US" sz="2400" dirty="0">
                <a:solidFill>
                  <a:schemeClr val="tx1"/>
                </a:solidFill>
                <a:latin typeface="Times New Roman"/>
                <a:cs typeface="Times New Roman"/>
              </a:rPr>
              <a:t>The goal was to create an interactive and insightful tool that enables Adventure Works Cycles to monitor and enhance their sales strategies by identifying key trends and performance metrics across different regions, products, and customer segments.</a:t>
            </a:r>
          </a:p>
          <a:p>
            <a:pPr marL="127000" indent="0">
              <a:buNone/>
            </a:pPr>
            <a:endParaRPr lang="en-US" sz="2400" dirty="0">
              <a:solidFill>
                <a:schemeClr val="tx1"/>
              </a:solidFill>
              <a:effectLst/>
            </a:endParaRPr>
          </a:p>
        </p:txBody>
      </p:sp>
      <p:sp>
        <p:nvSpPr>
          <p:cNvPr id="144" name="Google Shape;144;p16">
            <a:extLst>
              <a:ext uri="{FF2B5EF4-FFF2-40B4-BE49-F238E27FC236}">
                <a16:creationId xmlns:a16="http://schemas.microsoft.com/office/drawing/2014/main" id="{1E9AFB96-EBCB-2DCF-C270-AA8EADFA30AF}"/>
              </a:ext>
            </a:extLst>
          </p:cNvPr>
          <p:cNvSpPr/>
          <p:nvPr/>
        </p:nvSpPr>
        <p:spPr>
          <a:xfrm>
            <a:off x="7546751" y="940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a:extLst>
              <a:ext uri="{FF2B5EF4-FFF2-40B4-BE49-F238E27FC236}">
                <a16:creationId xmlns:a16="http://schemas.microsoft.com/office/drawing/2014/main" id="{7F4561F0-23E8-7ABF-145B-A0A94480ADD4}"/>
              </a:ext>
            </a:extLst>
          </p:cNvPr>
          <p:cNvSpPr/>
          <p:nvPr/>
        </p:nvSpPr>
        <p:spPr>
          <a:xfrm>
            <a:off x="7093638" y="83253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a:extLst>
              <a:ext uri="{FF2B5EF4-FFF2-40B4-BE49-F238E27FC236}">
                <a16:creationId xmlns:a16="http://schemas.microsoft.com/office/drawing/2014/main" id="{8F28A62E-2B4C-5E0A-9C61-A9DAD67F31E8}"/>
              </a:ext>
            </a:extLst>
          </p:cNvPr>
          <p:cNvSpPr/>
          <p:nvPr/>
        </p:nvSpPr>
        <p:spPr>
          <a:xfrm rot="-1685758">
            <a:off x="8328153" y="13340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a:extLst>
              <a:ext uri="{FF2B5EF4-FFF2-40B4-BE49-F238E27FC236}">
                <a16:creationId xmlns:a16="http://schemas.microsoft.com/office/drawing/2014/main" id="{B0F6C89C-C756-D26D-EDA5-26B6A4B80014}"/>
              </a:ext>
            </a:extLst>
          </p:cNvPr>
          <p:cNvSpPr/>
          <p:nvPr/>
        </p:nvSpPr>
        <p:spPr>
          <a:xfrm>
            <a:off x="8104063" y="72696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16">
            <a:extLst>
              <a:ext uri="{FF2B5EF4-FFF2-40B4-BE49-F238E27FC236}">
                <a16:creationId xmlns:a16="http://schemas.microsoft.com/office/drawing/2014/main" id="{B40E5F05-87CF-37A3-C58F-96FC2787D9D9}"/>
              </a:ext>
            </a:extLst>
          </p:cNvPr>
          <p:cNvGrpSpPr/>
          <p:nvPr/>
        </p:nvGrpSpPr>
        <p:grpSpPr>
          <a:xfrm>
            <a:off x="7862872" y="3134764"/>
            <a:ext cx="695830" cy="243805"/>
            <a:chOff x="2271950" y="2722775"/>
            <a:chExt cx="575875" cy="201775"/>
          </a:xfrm>
        </p:grpSpPr>
        <p:sp>
          <p:nvSpPr>
            <p:cNvPr id="149" name="Google Shape;149;p16">
              <a:extLst>
                <a:ext uri="{FF2B5EF4-FFF2-40B4-BE49-F238E27FC236}">
                  <a16:creationId xmlns:a16="http://schemas.microsoft.com/office/drawing/2014/main" id="{324F921E-CE31-3158-A291-A17C44A7D8C6}"/>
                </a:ext>
              </a:extLst>
            </p:cNvPr>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a:extLst>
                <a:ext uri="{FF2B5EF4-FFF2-40B4-BE49-F238E27FC236}">
                  <a16:creationId xmlns:a16="http://schemas.microsoft.com/office/drawing/2014/main" id="{7B3EDB3E-1E79-0B3B-F4EC-0D9496C167D8}"/>
                </a:ext>
              </a:extLst>
            </p:cNvPr>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a:extLst>
                <a:ext uri="{FF2B5EF4-FFF2-40B4-BE49-F238E27FC236}">
                  <a16:creationId xmlns:a16="http://schemas.microsoft.com/office/drawing/2014/main" id="{EADB7106-2785-783A-6DE3-6AD96BE4F522}"/>
                </a:ext>
              </a:extLst>
            </p:cNvPr>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a:extLst>
                <a:ext uri="{FF2B5EF4-FFF2-40B4-BE49-F238E27FC236}">
                  <a16:creationId xmlns:a16="http://schemas.microsoft.com/office/drawing/2014/main" id="{14280BB0-2E79-6908-72FA-8185FFF8E162}"/>
                </a:ext>
              </a:extLst>
            </p:cNvPr>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a:extLst>
                <a:ext uri="{FF2B5EF4-FFF2-40B4-BE49-F238E27FC236}">
                  <a16:creationId xmlns:a16="http://schemas.microsoft.com/office/drawing/2014/main" id="{9B02665D-794F-803C-FEE9-D61C573748DB}"/>
                </a:ext>
              </a:extLst>
            </p:cNvPr>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6">
            <a:extLst>
              <a:ext uri="{FF2B5EF4-FFF2-40B4-BE49-F238E27FC236}">
                <a16:creationId xmlns:a16="http://schemas.microsoft.com/office/drawing/2014/main" id="{B7D22034-2B25-95CD-E31C-FD96E4099EA6}"/>
              </a:ext>
            </a:extLst>
          </p:cNvPr>
          <p:cNvSpPr/>
          <p:nvPr/>
        </p:nvSpPr>
        <p:spPr>
          <a:xfrm rot="7201932">
            <a:off x="8171962" y="1678403"/>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a:extLst>
              <a:ext uri="{FF2B5EF4-FFF2-40B4-BE49-F238E27FC236}">
                <a16:creationId xmlns:a16="http://schemas.microsoft.com/office/drawing/2014/main" id="{9A9F5A70-B940-471A-4C78-0C694571EBD2}"/>
              </a:ext>
            </a:extLst>
          </p:cNvPr>
          <p:cNvSpPr/>
          <p:nvPr/>
        </p:nvSpPr>
        <p:spPr>
          <a:xfrm rot="7198898">
            <a:off x="7394787" y="21615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a:extLst>
              <a:ext uri="{FF2B5EF4-FFF2-40B4-BE49-F238E27FC236}">
                <a16:creationId xmlns:a16="http://schemas.microsoft.com/office/drawing/2014/main" id="{6CEC1170-CBB0-EC30-4929-79583C247539}"/>
              </a:ext>
            </a:extLst>
          </p:cNvPr>
          <p:cNvSpPr/>
          <p:nvPr/>
        </p:nvSpPr>
        <p:spPr>
          <a:xfrm rot="-1685758">
            <a:off x="7153853" y="16955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a:extLst>
              <a:ext uri="{FF2B5EF4-FFF2-40B4-BE49-F238E27FC236}">
                <a16:creationId xmlns:a16="http://schemas.microsoft.com/office/drawing/2014/main" id="{9D2AA77B-153A-2DB4-0704-AD1D8D0A3E86}"/>
              </a:ext>
            </a:extLst>
          </p:cNvPr>
          <p:cNvSpPr/>
          <p:nvPr/>
        </p:nvSpPr>
        <p:spPr>
          <a:xfrm>
            <a:off x="7513458" y="1607050"/>
            <a:ext cx="301803" cy="301803"/>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a:extLst>
              <a:ext uri="{FF2B5EF4-FFF2-40B4-BE49-F238E27FC236}">
                <a16:creationId xmlns:a16="http://schemas.microsoft.com/office/drawing/2014/main" id="{996B7A52-FF90-57CA-7E6F-E01FDD50AEB6}"/>
              </a:ext>
            </a:extLst>
          </p:cNvPr>
          <p:cNvSpPr/>
          <p:nvPr/>
        </p:nvSpPr>
        <p:spPr>
          <a:xfrm>
            <a:off x="8317494" y="2456017"/>
            <a:ext cx="107827" cy="10781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785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7"/>
          <p:cNvSpPr txBox="1">
            <a:spLocks noGrp="1"/>
          </p:cNvSpPr>
          <p:nvPr>
            <p:ph type="title"/>
          </p:nvPr>
        </p:nvSpPr>
        <p:spPr>
          <a:xfrm>
            <a:off x="720000" y="539450"/>
            <a:ext cx="7704000" cy="49218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effectLst>
                  <a:outerShdw blurRad="38100" dist="38100" dir="2700000" algn="tl">
                    <a:srgbClr val="000000">
                      <a:alpha val="43137"/>
                    </a:srgbClr>
                  </a:outerShdw>
                </a:effectLst>
              </a:rPr>
              <a:t>MODULES</a:t>
            </a:r>
            <a:endParaRPr sz="2800" dirty="0">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A48F617F-67F0-3A70-D6B9-E5479D9787E8}"/>
              </a:ext>
            </a:extLst>
          </p:cNvPr>
          <p:cNvPicPr>
            <a:picLocks noChangeAspect="1"/>
          </p:cNvPicPr>
          <p:nvPr/>
        </p:nvPicPr>
        <p:blipFill>
          <a:blip r:embed="rId3"/>
          <a:stretch>
            <a:fillRect/>
          </a:stretch>
        </p:blipFill>
        <p:spPr>
          <a:xfrm>
            <a:off x="4681416" y="2844800"/>
            <a:ext cx="3581278" cy="1674812"/>
          </a:xfrm>
          <a:prstGeom prst="rect">
            <a:avLst/>
          </a:prstGeom>
        </p:spPr>
      </p:pic>
      <p:pic>
        <p:nvPicPr>
          <p:cNvPr id="5" name="Picture 4">
            <a:extLst>
              <a:ext uri="{FF2B5EF4-FFF2-40B4-BE49-F238E27FC236}">
                <a16:creationId xmlns:a16="http://schemas.microsoft.com/office/drawing/2014/main" id="{5CABDE91-93D4-E787-121A-93C8611A4AC1}"/>
              </a:ext>
            </a:extLst>
          </p:cNvPr>
          <p:cNvPicPr>
            <a:picLocks noChangeAspect="1"/>
          </p:cNvPicPr>
          <p:nvPr/>
        </p:nvPicPr>
        <p:blipFill>
          <a:blip r:embed="rId4"/>
          <a:stretch>
            <a:fillRect/>
          </a:stretch>
        </p:blipFill>
        <p:spPr>
          <a:xfrm>
            <a:off x="881306" y="2844800"/>
            <a:ext cx="3581278" cy="1674812"/>
          </a:xfrm>
          <a:prstGeom prst="rect">
            <a:avLst/>
          </a:prstGeom>
        </p:spPr>
      </p:pic>
      <p:pic>
        <p:nvPicPr>
          <p:cNvPr id="7" name="Picture 6">
            <a:extLst>
              <a:ext uri="{FF2B5EF4-FFF2-40B4-BE49-F238E27FC236}">
                <a16:creationId xmlns:a16="http://schemas.microsoft.com/office/drawing/2014/main" id="{079ED212-CB5B-F61B-0D4A-BD6E112FA901}"/>
              </a:ext>
            </a:extLst>
          </p:cNvPr>
          <p:cNvPicPr>
            <a:picLocks noChangeAspect="1"/>
          </p:cNvPicPr>
          <p:nvPr/>
        </p:nvPicPr>
        <p:blipFill>
          <a:blip r:embed="rId5"/>
          <a:stretch>
            <a:fillRect/>
          </a:stretch>
        </p:blipFill>
        <p:spPr>
          <a:xfrm>
            <a:off x="4681417" y="1112150"/>
            <a:ext cx="3581278" cy="1576342"/>
          </a:xfrm>
          <a:prstGeom prst="rect">
            <a:avLst/>
          </a:prstGeom>
        </p:spPr>
      </p:pic>
      <p:pic>
        <p:nvPicPr>
          <p:cNvPr id="9" name="Picture 8">
            <a:extLst>
              <a:ext uri="{FF2B5EF4-FFF2-40B4-BE49-F238E27FC236}">
                <a16:creationId xmlns:a16="http://schemas.microsoft.com/office/drawing/2014/main" id="{58D168F9-6505-DC83-F8E8-7DB12831BF34}"/>
              </a:ext>
            </a:extLst>
          </p:cNvPr>
          <p:cNvPicPr>
            <a:picLocks noChangeAspect="1"/>
          </p:cNvPicPr>
          <p:nvPr/>
        </p:nvPicPr>
        <p:blipFill>
          <a:blip r:embed="rId6"/>
          <a:stretch>
            <a:fillRect/>
          </a:stretch>
        </p:blipFill>
        <p:spPr>
          <a:xfrm>
            <a:off x="881305" y="1112149"/>
            <a:ext cx="3581278" cy="1576342"/>
          </a:xfrm>
          <a:prstGeom prst="rect">
            <a:avLst/>
          </a:prstGeom>
        </p:spPr>
      </p:pic>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994B4D8F-6366-CB48-8710-220B22A5CDB4}"/>
                  </a:ext>
                </a:extLst>
              </p14:cNvPr>
              <p14:cNvContentPartPr/>
              <p14:nvPr/>
            </p14:nvContentPartPr>
            <p14:xfrm>
              <a:off x="1062938" y="2367594"/>
              <a:ext cx="360" cy="360"/>
            </p14:xfrm>
          </p:contentPart>
        </mc:Choice>
        <mc:Fallback xmlns="">
          <p:pic>
            <p:nvPicPr>
              <p:cNvPr id="10" name="Ink 9">
                <a:extLst>
                  <a:ext uri="{FF2B5EF4-FFF2-40B4-BE49-F238E27FC236}">
                    <a16:creationId xmlns:a16="http://schemas.microsoft.com/office/drawing/2014/main" id="{994B4D8F-6366-CB48-8710-220B22A5CDB4}"/>
                  </a:ext>
                </a:extLst>
              </p:cNvPr>
              <p:cNvPicPr/>
              <p:nvPr/>
            </p:nvPicPr>
            <p:blipFill>
              <a:blip r:embed="rId8"/>
              <a:stretch>
                <a:fillRect/>
              </a:stretch>
            </p:blipFill>
            <p:spPr>
              <a:xfrm>
                <a:off x="1056818" y="236147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B22FD24D-6F76-0150-5F7D-69C9A9C8E136}"/>
                  </a:ext>
                </a:extLst>
              </p14:cNvPr>
              <p14:cNvContentPartPr/>
              <p14:nvPr/>
            </p14:nvContentPartPr>
            <p14:xfrm>
              <a:off x="1031978" y="2245914"/>
              <a:ext cx="23400" cy="36720"/>
            </p14:xfrm>
          </p:contentPart>
        </mc:Choice>
        <mc:Fallback xmlns="">
          <p:pic>
            <p:nvPicPr>
              <p:cNvPr id="11" name="Ink 10">
                <a:extLst>
                  <a:ext uri="{FF2B5EF4-FFF2-40B4-BE49-F238E27FC236}">
                    <a16:creationId xmlns:a16="http://schemas.microsoft.com/office/drawing/2014/main" id="{B22FD24D-6F76-0150-5F7D-69C9A9C8E136}"/>
                  </a:ext>
                </a:extLst>
              </p:cNvPr>
              <p:cNvPicPr/>
              <p:nvPr/>
            </p:nvPicPr>
            <p:blipFill>
              <a:blip r:embed="rId10"/>
              <a:stretch>
                <a:fillRect/>
              </a:stretch>
            </p:blipFill>
            <p:spPr>
              <a:xfrm>
                <a:off x="1025858" y="2239794"/>
                <a:ext cx="356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3091512E-89BC-ECED-A21E-E3CB545368BB}"/>
                  </a:ext>
                </a:extLst>
              </p14:cNvPr>
              <p14:cNvContentPartPr/>
              <p14:nvPr/>
            </p14:nvContentPartPr>
            <p14:xfrm>
              <a:off x="1023698" y="2217114"/>
              <a:ext cx="64080" cy="64080"/>
            </p14:xfrm>
          </p:contentPart>
        </mc:Choice>
        <mc:Fallback xmlns="">
          <p:pic>
            <p:nvPicPr>
              <p:cNvPr id="14" name="Ink 13">
                <a:extLst>
                  <a:ext uri="{FF2B5EF4-FFF2-40B4-BE49-F238E27FC236}">
                    <a16:creationId xmlns:a16="http://schemas.microsoft.com/office/drawing/2014/main" id="{3091512E-89BC-ECED-A21E-E3CB545368BB}"/>
                  </a:ext>
                </a:extLst>
              </p:cNvPr>
              <p:cNvPicPr/>
              <p:nvPr/>
            </p:nvPicPr>
            <p:blipFill>
              <a:blip r:embed="rId12"/>
              <a:stretch>
                <a:fillRect/>
              </a:stretch>
            </p:blipFill>
            <p:spPr>
              <a:xfrm>
                <a:off x="1017578" y="2210994"/>
                <a:ext cx="763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93049C72-1D12-9595-2A56-4D7FDD1296C8}"/>
                  </a:ext>
                </a:extLst>
              </p14:cNvPr>
              <p14:cNvContentPartPr/>
              <p14:nvPr/>
            </p14:nvContentPartPr>
            <p14:xfrm>
              <a:off x="1047098" y="2063034"/>
              <a:ext cx="360" cy="360"/>
            </p14:xfrm>
          </p:contentPart>
        </mc:Choice>
        <mc:Fallback xmlns="">
          <p:pic>
            <p:nvPicPr>
              <p:cNvPr id="15" name="Ink 14">
                <a:extLst>
                  <a:ext uri="{FF2B5EF4-FFF2-40B4-BE49-F238E27FC236}">
                    <a16:creationId xmlns:a16="http://schemas.microsoft.com/office/drawing/2014/main" id="{93049C72-1D12-9595-2A56-4D7FDD1296C8}"/>
                  </a:ext>
                </a:extLst>
              </p:cNvPr>
              <p:cNvPicPr/>
              <p:nvPr/>
            </p:nvPicPr>
            <p:blipFill>
              <a:blip r:embed="rId14"/>
              <a:stretch>
                <a:fillRect/>
              </a:stretch>
            </p:blipFill>
            <p:spPr>
              <a:xfrm>
                <a:off x="1029458" y="204539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F976640B-BBA8-FE92-06F7-2BA77759B031}"/>
                  </a:ext>
                </a:extLst>
              </p14:cNvPr>
              <p14:cNvContentPartPr/>
              <p14:nvPr/>
            </p14:nvContentPartPr>
            <p14:xfrm>
              <a:off x="1047098" y="1719234"/>
              <a:ext cx="360" cy="360"/>
            </p14:xfrm>
          </p:contentPart>
        </mc:Choice>
        <mc:Fallback xmlns="">
          <p:pic>
            <p:nvPicPr>
              <p:cNvPr id="16" name="Ink 15">
                <a:extLst>
                  <a:ext uri="{FF2B5EF4-FFF2-40B4-BE49-F238E27FC236}">
                    <a16:creationId xmlns:a16="http://schemas.microsoft.com/office/drawing/2014/main" id="{F976640B-BBA8-FE92-06F7-2BA77759B031}"/>
                  </a:ext>
                </a:extLst>
              </p:cNvPr>
              <p:cNvPicPr/>
              <p:nvPr/>
            </p:nvPicPr>
            <p:blipFill>
              <a:blip r:embed="rId14"/>
              <a:stretch>
                <a:fillRect/>
              </a:stretch>
            </p:blipFill>
            <p:spPr>
              <a:xfrm>
                <a:off x="1029458" y="170159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E805A8D7-464E-F2D1-931B-12FA563EECF4}"/>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E805A8D7-464E-F2D1-931B-12FA563EECF4}"/>
                  </a:ext>
                </a:extLst>
              </p:cNvPr>
              <p:cNvPicPr/>
              <p:nvPr/>
            </p:nvPicPr>
            <p:blipFill>
              <a:blip r:embed="rId17"/>
              <a:stretch>
                <a:fillRect/>
              </a:stretch>
            </p:blipFill>
            <p:spPr>
              <a:xfrm>
                <a:off x="-1158982" y="2451834"/>
                <a:ext cx="36000" cy="360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6EACF1F4-ED7C-3824-DB76-001F276EBF98}"/>
            </a:ext>
          </a:extLst>
        </p:cNvPr>
        <p:cNvGrpSpPr/>
        <p:nvPr/>
      </p:nvGrpSpPr>
      <p:grpSpPr>
        <a:xfrm>
          <a:off x="0" y="0"/>
          <a:ext cx="0" cy="0"/>
          <a:chOff x="0" y="0"/>
          <a:chExt cx="0" cy="0"/>
        </a:xfrm>
      </p:grpSpPr>
      <p:sp>
        <p:nvSpPr>
          <p:cNvPr id="142" name="Google Shape;142;p16">
            <a:extLst>
              <a:ext uri="{FF2B5EF4-FFF2-40B4-BE49-F238E27FC236}">
                <a16:creationId xmlns:a16="http://schemas.microsoft.com/office/drawing/2014/main" id="{18CEB394-DBC1-0B61-231D-6DF985B069C4}"/>
              </a:ext>
            </a:extLst>
          </p:cNvPr>
          <p:cNvSpPr txBox="1">
            <a:spLocks noGrp="1"/>
          </p:cNvSpPr>
          <p:nvPr>
            <p:ph type="title"/>
          </p:nvPr>
        </p:nvSpPr>
        <p:spPr>
          <a:xfrm>
            <a:off x="720000" y="539500"/>
            <a:ext cx="4401300" cy="68751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solidFill>
                  <a:schemeClr val="tx1"/>
                </a:solidFill>
                <a:effectLst>
                  <a:outerShdw blurRad="38100" dist="38100" dir="2700000" algn="tl">
                    <a:srgbClr val="000000">
                      <a:alpha val="43137"/>
                    </a:srgbClr>
                  </a:outerShdw>
                </a:effectLst>
              </a:rPr>
              <a:t>kpi’s used in dashboard</a:t>
            </a:r>
            <a:endParaRPr sz="4000" dirty="0">
              <a:solidFill>
                <a:schemeClr val="tx1"/>
              </a:solidFill>
              <a:effectLst>
                <a:outerShdw blurRad="38100" dist="38100" dir="2700000" algn="tl">
                  <a:srgbClr val="000000">
                    <a:alpha val="43137"/>
                  </a:srgbClr>
                </a:outerShdw>
              </a:effectLst>
            </a:endParaRPr>
          </a:p>
        </p:txBody>
      </p:sp>
      <p:sp>
        <p:nvSpPr>
          <p:cNvPr id="143" name="Google Shape;143;p16">
            <a:extLst>
              <a:ext uri="{FF2B5EF4-FFF2-40B4-BE49-F238E27FC236}">
                <a16:creationId xmlns:a16="http://schemas.microsoft.com/office/drawing/2014/main" id="{DF7BFB58-8FF0-439F-C052-6FF8A9CC8761}"/>
              </a:ext>
            </a:extLst>
          </p:cNvPr>
          <p:cNvSpPr txBox="1">
            <a:spLocks noGrp="1"/>
          </p:cNvSpPr>
          <p:nvPr>
            <p:ph type="body" idx="1"/>
          </p:nvPr>
        </p:nvSpPr>
        <p:spPr>
          <a:xfrm>
            <a:off x="720000" y="1404706"/>
            <a:ext cx="6233400" cy="3020470"/>
          </a:xfrm>
          <a:prstGeom prst="rect">
            <a:avLst/>
          </a:prstGeom>
        </p:spPr>
        <p:txBody>
          <a:bodyPr spcFirstLastPara="1" wrap="square" lIns="91425" tIns="91425" rIns="91425" bIns="91425" anchor="t" anchorCtr="0">
            <a:noAutofit/>
          </a:bodyPr>
          <a:lstStyle/>
          <a:p>
            <a:pPr marL="0" marR="114300" indent="0" algn="just">
              <a:lnSpc>
                <a:spcPct val="150000"/>
              </a:lnSpc>
              <a:spcBef>
                <a:spcPts val="90"/>
              </a:spcBef>
              <a:buNone/>
            </a:pPr>
            <a:r>
              <a:rPr lang="en-US" sz="2400" dirty="0">
                <a:solidFill>
                  <a:schemeClr val="tx1"/>
                </a:solidFill>
                <a:latin typeface="Times New Roman"/>
                <a:cs typeface="Times New Roman"/>
              </a:rPr>
              <a:t>KPI 1 : Year wise Sales </a:t>
            </a:r>
          </a:p>
          <a:p>
            <a:pPr marL="0" marR="114300" indent="0" algn="just">
              <a:lnSpc>
                <a:spcPct val="150000"/>
              </a:lnSpc>
              <a:spcBef>
                <a:spcPts val="90"/>
              </a:spcBef>
              <a:buNone/>
            </a:pPr>
            <a:r>
              <a:rPr lang="en-US" sz="2400" dirty="0">
                <a:solidFill>
                  <a:schemeClr val="tx1"/>
                </a:solidFill>
                <a:effectLst/>
                <a:latin typeface="Times New Roman"/>
                <a:cs typeface="Times New Roman"/>
              </a:rPr>
              <a:t>KPI </a:t>
            </a:r>
            <a:r>
              <a:rPr lang="en-US" sz="2400" dirty="0">
                <a:solidFill>
                  <a:schemeClr val="tx1"/>
                </a:solidFill>
                <a:latin typeface="Times New Roman"/>
                <a:cs typeface="Times New Roman"/>
              </a:rPr>
              <a:t>2 : Month wise Sales</a:t>
            </a:r>
          </a:p>
          <a:p>
            <a:pPr marL="0" marR="114300" indent="0" algn="just">
              <a:lnSpc>
                <a:spcPct val="150000"/>
              </a:lnSpc>
              <a:spcBef>
                <a:spcPts val="90"/>
              </a:spcBef>
              <a:buNone/>
            </a:pPr>
            <a:r>
              <a:rPr lang="en-US" sz="2400" dirty="0">
                <a:solidFill>
                  <a:schemeClr val="tx1"/>
                </a:solidFill>
                <a:effectLst/>
                <a:latin typeface="Times New Roman"/>
                <a:cs typeface="Times New Roman"/>
              </a:rPr>
              <a:t>KPI 3 </a:t>
            </a:r>
            <a:r>
              <a:rPr lang="en-US" sz="2400" dirty="0">
                <a:solidFill>
                  <a:schemeClr val="tx1"/>
                </a:solidFill>
                <a:latin typeface="Times New Roman"/>
                <a:cs typeface="Times New Roman"/>
              </a:rPr>
              <a:t>: Quarter wise Sales</a:t>
            </a:r>
          </a:p>
          <a:p>
            <a:pPr marL="0" marR="114300" indent="0" algn="just">
              <a:lnSpc>
                <a:spcPct val="150000"/>
              </a:lnSpc>
              <a:spcBef>
                <a:spcPts val="90"/>
              </a:spcBef>
              <a:buNone/>
            </a:pPr>
            <a:r>
              <a:rPr lang="en-US" sz="2400" dirty="0">
                <a:solidFill>
                  <a:schemeClr val="tx1"/>
                </a:solidFill>
                <a:effectLst/>
                <a:latin typeface="Times New Roman"/>
                <a:cs typeface="Times New Roman"/>
              </a:rPr>
              <a:t>KPI 4 : Country wise Sales</a:t>
            </a:r>
          </a:p>
          <a:p>
            <a:pPr marL="0" marR="114300" indent="0" algn="just">
              <a:lnSpc>
                <a:spcPct val="150000"/>
              </a:lnSpc>
              <a:spcBef>
                <a:spcPts val="90"/>
              </a:spcBef>
              <a:buNone/>
            </a:pPr>
            <a:r>
              <a:rPr lang="en-US" sz="2400" dirty="0">
                <a:solidFill>
                  <a:schemeClr val="tx1"/>
                </a:solidFill>
                <a:latin typeface="Times New Roman"/>
                <a:cs typeface="Times New Roman"/>
              </a:rPr>
              <a:t>KPI 5 : Month wise Sales &amp; Production Cost</a:t>
            </a:r>
            <a:endParaRPr lang="en-US" sz="2400" dirty="0">
              <a:solidFill>
                <a:schemeClr val="tx1"/>
              </a:solidFill>
              <a:effectLst/>
            </a:endParaRPr>
          </a:p>
        </p:txBody>
      </p:sp>
      <p:sp>
        <p:nvSpPr>
          <p:cNvPr id="144" name="Google Shape;144;p16">
            <a:extLst>
              <a:ext uri="{FF2B5EF4-FFF2-40B4-BE49-F238E27FC236}">
                <a16:creationId xmlns:a16="http://schemas.microsoft.com/office/drawing/2014/main" id="{38565188-27DA-7B88-4FCE-D2711AEE6478}"/>
              </a:ext>
            </a:extLst>
          </p:cNvPr>
          <p:cNvSpPr/>
          <p:nvPr/>
        </p:nvSpPr>
        <p:spPr>
          <a:xfrm>
            <a:off x="7546751" y="940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a:extLst>
              <a:ext uri="{FF2B5EF4-FFF2-40B4-BE49-F238E27FC236}">
                <a16:creationId xmlns:a16="http://schemas.microsoft.com/office/drawing/2014/main" id="{6B77A986-E4BA-B8B4-F214-102AC3CA4C14}"/>
              </a:ext>
            </a:extLst>
          </p:cNvPr>
          <p:cNvSpPr/>
          <p:nvPr/>
        </p:nvSpPr>
        <p:spPr>
          <a:xfrm>
            <a:off x="7093638" y="83253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a:extLst>
              <a:ext uri="{FF2B5EF4-FFF2-40B4-BE49-F238E27FC236}">
                <a16:creationId xmlns:a16="http://schemas.microsoft.com/office/drawing/2014/main" id="{35C7508E-B9E3-842C-C80C-8A47E3239E70}"/>
              </a:ext>
            </a:extLst>
          </p:cNvPr>
          <p:cNvSpPr/>
          <p:nvPr/>
        </p:nvSpPr>
        <p:spPr>
          <a:xfrm rot="-1685758">
            <a:off x="8328153" y="13340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a:extLst>
              <a:ext uri="{FF2B5EF4-FFF2-40B4-BE49-F238E27FC236}">
                <a16:creationId xmlns:a16="http://schemas.microsoft.com/office/drawing/2014/main" id="{BC02C037-39A3-40DF-DE34-03086FF74BB0}"/>
              </a:ext>
            </a:extLst>
          </p:cNvPr>
          <p:cNvSpPr/>
          <p:nvPr/>
        </p:nvSpPr>
        <p:spPr>
          <a:xfrm>
            <a:off x="8104063" y="72696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16">
            <a:extLst>
              <a:ext uri="{FF2B5EF4-FFF2-40B4-BE49-F238E27FC236}">
                <a16:creationId xmlns:a16="http://schemas.microsoft.com/office/drawing/2014/main" id="{04A716AA-7481-3A2D-F492-A15D41EBD9FD}"/>
              </a:ext>
            </a:extLst>
          </p:cNvPr>
          <p:cNvGrpSpPr/>
          <p:nvPr/>
        </p:nvGrpSpPr>
        <p:grpSpPr>
          <a:xfrm>
            <a:off x="7862872" y="3134764"/>
            <a:ext cx="695830" cy="243805"/>
            <a:chOff x="2271950" y="2722775"/>
            <a:chExt cx="575875" cy="201775"/>
          </a:xfrm>
        </p:grpSpPr>
        <p:sp>
          <p:nvSpPr>
            <p:cNvPr id="149" name="Google Shape;149;p16">
              <a:extLst>
                <a:ext uri="{FF2B5EF4-FFF2-40B4-BE49-F238E27FC236}">
                  <a16:creationId xmlns:a16="http://schemas.microsoft.com/office/drawing/2014/main" id="{994A2DDD-814F-1FC1-2461-021A0AD3D6B8}"/>
                </a:ext>
              </a:extLst>
            </p:cNvPr>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a:extLst>
                <a:ext uri="{FF2B5EF4-FFF2-40B4-BE49-F238E27FC236}">
                  <a16:creationId xmlns:a16="http://schemas.microsoft.com/office/drawing/2014/main" id="{62165721-3F94-F730-361E-E939F8D96BBF}"/>
                </a:ext>
              </a:extLst>
            </p:cNvPr>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a:extLst>
                <a:ext uri="{FF2B5EF4-FFF2-40B4-BE49-F238E27FC236}">
                  <a16:creationId xmlns:a16="http://schemas.microsoft.com/office/drawing/2014/main" id="{0751B7BA-09F0-17ED-A116-DB344C6E2710}"/>
                </a:ext>
              </a:extLst>
            </p:cNvPr>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a:extLst>
                <a:ext uri="{FF2B5EF4-FFF2-40B4-BE49-F238E27FC236}">
                  <a16:creationId xmlns:a16="http://schemas.microsoft.com/office/drawing/2014/main" id="{778BBEFC-F19D-40B7-0DB0-C12589FC48D2}"/>
                </a:ext>
              </a:extLst>
            </p:cNvPr>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a:extLst>
                <a:ext uri="{FF2B5EF4-FFF2-40B4-BE49-F238E27FC236}">
                  <a16:creationId xmlns:a16="http://schemas.microsoft.com/office/drawing/2014/main" id="{9FD1C93B-B741-E022-041E-0B147E26C5C8}"/>
                </a:ext>
              </a:extLst>
            </p:cNvPr>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6">
            <a:extLst>
              <a:ext uri="{FF2B5EF4-FFF2-40B4-BE49-F238E27FC236}">
                <a16:creationId xmlns:a16="http://schemas.microsoft.com/office/drawing/2014/main" id="{16F79428-B2FA-5A72-0816-90F2C702DB0A}"/>
              </a:ext>
            </a:extLst>
          </p:cNvPr>
          <p:cNvSpPr/>
          <p:nvPr/>
        </p:nvSpPr>
        <p:spPr>
          <a:xfrm rot="7201932">
            <a:off x="8171962" y="1678403"/>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a:extLst>
              <a:ext uri="{FF2B5EF4-FFF2-40B4-BE49-F238E27FC236}">
                <a16:creationId xmlns:a16="http://schemas.microsoft.com/office/drawing/2014/main" id="{DDF06A93-E33A-9849-3A57-7786C740F061}"/>
              </a:ext>
            </a:extLst>
          </p:cNvPr>
          <p:cNvSpPr/>
          <p:nvPr/>
        </p:nvSpPr>
        <p:spPr>
          <a:xfrm rot="7198898">
            <a:off x="7394787" y="21615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a:extLst>
              <a:ext uri="{FF2B5EF4-FFF2-40B4-BE49-F238E27FC236}">
                <a16:creationId xmlns:a16="http://schemas.microsoft.com/office/drawing/2014/main" id="{45056537-669D-550C-3029-32543F7BE7B8}"/>
              </a:ext>
            </a:extLst>
          </p:cNvPr>
          <p:cNvSpPr/>
          <p:nvPr/>
        </p:nvSpPr>
        <p:spPr>
          <a:xfrm rot="-1685758">
            <a:off x="7153853" y="16955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a:extLst>
              <a:ext uri="{FF2B5EF4-FFF2-40B4-BE49-F238E27FC236}">
                <a16:creationId xmlns:a16="http://schemas.microsoft.com/office/drawing/2014/main" id="{3526EFD1-4004-8AFD-3D43-40243453DFFB}"/>
              </a:ext>
            </a:extLst>
          </p:cNvPr>
          <p:cNvSpPr/>
          <p:nvPr/>
        </p:nvSpPr>
        <p:spPr>
          <a:xfrm>
            <a:off x="7513458" y="1607050"/>
            <a:ext cx="301803" cy="301803"/>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a:extLst>
              <a:ext uri="{FF2B5EF4-FFF2-40B4-BE49-F238E27FC236}">
                <a16:creationId xmlns:a16="http://schemas.microsoft.com/office/drawing/2014/main" id="{2A8F6E39-E94A-C18C-9FF6-25481EA9CCAD}"/>
              </a:ext>
            </a:extLst>
          </p:cNvPr>
          <p:cNvSpPr/>
          <p:nvPr/>
        </p:nvSpPr>
        <p:spPr>
          <a:xfrm>
            <a:off x="8317494" y="2456017"/>
            <a:ext cx="107827" cy="10781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2683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11473FD-E76D-4967-721F-B397B20C56C9}"/>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EBA10F8D-82B6-4A4A-421B-ADA4EB8EFEF3}"/>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solidFill>
                  <a:schemeClr val="tx2">
                    <a:lumMod val="20000"/>
                    <a:lumOff val="80000"/>
                  </a:schemeClr>
                </a:solidFill>
                <a:effectLst>
                  <a:outerShdw blurRad="38100" dist="38100" dir="2700000" algn="tl">
                    <a:srgbClr val="000000">
                      <a:alpha val="43137"/>
                    </a:srgbClr>
                  </a:outerShdw>
                </a:effectLst>
              </a:rPr>
              <a:t>K</a:t>
            </a:r>
            <a:r>
              <a:rPr lang="en-US" sz="2800" dirty="0">
                <a:solidFill>
                  <a:schemeClr val="tx2">
                    <a:lumMod val="20000"/>
                    <a:lumOff val="80000"/>
                  </a:schemeClr>
                </a:solidFill>
                <a:effectLst>
                  <a:outerShdw blurRad="38100" dist="38100" dir="2700000" algn="tl">
                    <a:srgbClr val="000000">
                      <a:alpha val="43137"/>
                    </a:srgbClr>
                  </a:outerShdw>
                </a:effectLst>
              </a:rPr>
              <a:t>p</a:t>
            </a:r>
            <a:r>
              <a:rPr lang="en" sz="2800" dirty="0">
                <a:solidFill>
                  <a:schemeClr val="tx2">
                    <a:lumMod val="20000"/>
                    <a:lumOff val="80000"/>
                  </a:schemeClr>
                </a:solidFill>
                <a:effectLst>
                  <a:outerShdw blurRad="38100" dist="38100" dir="2700000" algn="tl">
                    <a:srgbClr val="000000">
                      <a:alpha val="43137"/>
                    </a:srgbClr>
                  </a:outerShdw>
                </a:effectLst>
              </a:rPr>
              <a:t>i’s</a:t>
            </a:r>
            <a:endParaRPr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mc:Choice xmlns:p14="http://schemas.microsoft.com/office/powerpoint/2010/main" Requires="p14">
          <p:contentPart p14:bwMode="auto" r:id="rId3">
            <p14:nvContentPartPr>
              <p14:cNvPr id="22" name="Ink 21">
                <a:extLst>
                  <a:ext uri="{FF2B5EF4-FFF2-40B4-BE49-F238E27FC236}">
                    <a16:creationId xmlns:a16="http://schemas.microsoft.com/office/drawing/2014/main" id="{8FBA805F-8A83-9E72-4404-A7E3BE7BBEFC}"/>
                  </a:ext>
                </a:extLst>
              </p14:cNvPr>
              <p14:cNvContentPartPr/>
              <p14:nvPr/>
            </p14:nvContentPartPr>
            <p14:xfrm>
              <a:off x="-1141342" y="2469834"/>
              <a:ext cx="360" cy="360"/>
            </p14:xfrm>
          </p:contentPart>
        </mc:Choice>
        <mc:Fallback>
          <p:pic>
            <p:nvPicPr>
              <p:cNvPr id="22" name="Ink 21">
                <a:extLst>
                  <a:ext uri="{FF2B5EF4-FFF2-40B4-BE49-F238E27FC236}">
                    <a16:creationId xmlns:a16="http://schemas.microsoft.com/office/drawing/2014/main" id="{8FBA805F-8A83-9E72-4404-A7E3BE7BBEFC}"/>
                  </a:ext>
                </a:extLst>
              </p:cNvPr>
              <p:cNvPicPr/>
              <p:nvPr/>
            </p:nvPicPr>
            <p:blipFill>
              <a:blip r:embed="rId4"/>
              <a:stretch>
                <a:fillRect/>
              </a:stretch>
            </p:blipFill>
            <p:spPr>
              <a:xfrm>
                <a:off x="-1159342" y="2451834"/>
                <a:ext cx="36000" cy="36000"/>
              </a:xfrm>
              <a:prstGeom prst="rect">
                <a:avLst/>
              </a:prstGeom>
            </p:spPr>
          </p:pic>
        </mc:Fallback>
      </mc:AlternateContent>
      <p:pic>
        <p:nvPicPr>
          <p:cNvPr id="3" name="Picture 2">
            <a:extLst>
              <a:ext uri="{FF2B5EF4-FFF2-40B4-BE49-F238E27FC236}">
                <a16:creationId xmlns:a16="http://schemas.microsoft.com/office/drawing/2014/main" id="{61A4B385-B61A-D2BD-E1B7-534B0E5770F5}"/>
              </a:ext>
            </a:extLst>
          </p:cNvPr>
          <p:cNvPicPr>
            <a:picLocks noChangeAspect="1"/>
          </p:cNvPicPr>
          <p:nvPr/>
        </p:nvPicPr>
        <p:blipFill>
          <a:blip r:embed="rId5"/>
          <a:stretch>
            <a:fillRect/>
          </a:stretch>
        </p:blipFill>
        <p:spPr>
          <a:xfrm>
            <a:off x="720001" y="574359"/>
            <a:ext cx="3849839" cy="1997031"/>
          </a:xfrm>
          <a:prstGeom prst="rect">
            <a:avLst/>
          </a:prstGeom>
        </p:spPr>
      </p:pic>
      <p:pic>
        <p:nvPicPr>
          <p:cNvPr id="5" name="Picture 4">
            <a:extLst>
              <a:ext uri="{FF2B5EF4-FFF2-40B4-BE49-F238E27FC236}">
                <a16:creationId xmlns:a16="http://schemas.microsoft.com/office/drawing/2014/main" id="{CACF9944-8A55-503A-5EF0-2F5ED850D802}"/>
              </a:ext>
            </a:extLst>
          </p:cNvPr>
          <p:cNvPicPr>
            <a:picLocks noChangeAspect="1"/>
          </p:cNvPicPr>
          <p:nvPr/>
        </p:nvPicPr>
        <p:blipFill>
          <a:blip r:embed="rId6"/>
          <a:stretch>
            <a:fillRect/>
          </a:stretch>
        </p:blipFill>
        <p:spPr>
          <a:xfrm>
            <a:off x="4736123" y="574359"/>
            <a:ext cx="3687876" cy="1997031"/>
          </a:xfrm>
          <a:prstGeom prst="rect">
            <a:avLst/>
          </a:prstGeom>
        </p:spPr>
      </p:pic>
      <p:pic>
        <p:nvPicPr>
          <p:cNvPr id="7" name="Picture 6">
            <a:extLst>
              <a:ext uri="{FF2B5EF4-FFF2-40B4-BE49-F238E27FC236}">
                <a16:creationId xmlns:a16="http://schemas.microsoft.com/office/drawing/2014/main" id="{3E9F2903-CCD4-79D4-3B57-1C3D823D83CA}"/>
              </a:ext>
            </a:extLst>
          </p:cNvPr>
          <p:cNvPicPr>
            <a:picLocks noChangeAspect="1"/>
          </p:cNvPicPr>
          <p:nvPr/>
        </p:nvPicPr>
        <p:blipFill>
          <a:blip r:embed="rId7"/>
          <a:stretch>
            <a:fillRect/>
          </a:stretch>
        </p:blipFill>
        <p:spPr>
          <a:xfrm>
            <a:off x="719999" y="2672861"/>
            <a:ext cx="7703999" cy="1896279"/>
          </a:xfrm>
          <a:prstGeom prst="rect">
            <a:avLst/>
          </a:prstGeom>
        </p:spPr>
      </p:pic>
    </p:spTree>
    <p:extLst>
      <p:ext uri="{BB962C8B-B14F-4D97-AF65-F5344CB8AC3E}">
        <p14:creationId xmlns:p14="http://schemas.microsoft.com/office/powerpoint/2010/main" val="3291989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1E779D1C-0155-9DD0-7735-91850DBB01C6}"/>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49280158-1008-A45A-A311-0751D71EF208}"/>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solidFill>
                  <a:schemeClr val="tx2">
                    <a:lumMod val="20000"/>
                    <a:lumOff val="80000"/>
                  </a:schemeClr>
                </a:solidFill>
                <a:effectLst>
                  <a:outerShdw blurRad="38100" dist="38100" dir="2700000" algn="tl">
                    <a:srgbClr val="000000">
                      <a:alpha val="43137"/>
                    </a:srgbClr>
                  </a:outerShdw>
                </a:effectLst>
              </a:rPr>
              <a:t>K</a:t>
            </a:r>
            <a:r>
              <a:rPr lang="en-US" sz="2800" dirty="0">
                <a:solidFill>
                  <a:schemeClr val="tx2">
                    <a:lumMod val="20000"/>
                    <a:lumOff val="80000"/>
                  </a:schemeClr>
                </a:solidFill>
                <a:effectLst>
                  <a:outerShdw blurRad="38100" dist="38100" dir="2700000" algn="tl">
                    <a:srgbClr val="000000">
                      <a:alpha val="43137"/>
                    </a:srgbClr>
                  </a:outerShdw>
                </a:effectLst>
              </a:rPr>
              <a:t>p</a:t>
            </a:r>
            <a:r>
              <a:rPr lang="en" sz="2800" dirty="0">
                <a:solidFill>
                  <a:schemeClr val="tx2">
                    <a:lumMod val="20000"/>
                    <a:lumOff val="80000"/>
                  </a:schemeClr>
                </a:solidFill>
                <a:effectLst>
                  <a:outerShdw blurRad="38100" dist="38100" dir="2700000" algn="tl">
                    <a:srgbClr val="000000">
                      <a:alpha val="43137"/>
                    </a:srgbClr>
                  </a:outerShdw>
                </a:effectLst>
              </a:rPr>
              <a:t>i’s</a:t>
            </a:r>
            <a:endParaRPr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mc:Choice xmlns:p14="http://schemas.microsoft.com/office/powerpoint/2010/main" Requires="p14">
          <p:contentPart p14:bwMode="auto" r:id="rId3">
            <p14:nvContentPartPr>
              <p14:cNvPr id="22" name="Ink 21">
                <a:extLst>
                  <a:ext uri="{FF2B5EF4-FFF2-40B4-BE49-F238E27FC236}">
                    <a16:creationId xmlns:a16="http://schemas.microsoft.com/office/drawing/2014/main" id="{B9D09BDB-8337-D76C-F00E-86B567CAB923}"/>
                  </a:ext>
                </a:extLst>
              </p14:cNvPr>
              <p14:cNvContentPartPr/>
              <p14:nvPr/>
            </p14:nvContentPartPr>
            <p14:xfrm>
              <a:off x="-1141342" y="2469834"/>
              <a:ext cx="360" cy="360"/>
            </p14:xfrm>
          </p:contentPart>
        </mc:Choice>
        <mc:Fallback>
          <p:pic>
            <p:nvPicPr>
              <p:cNvPr id="22" name="Ink 21">
                <a:extLst>
                  <a:ext uri="{FF2B5EF4-FFF2-40B4-BE49-F238E27FC236}">
                    <a16:creationId xmlns:a16="http://schemas.microsoft.com/office/drawing/2014/main" id="{B9D09BDB-8337-D76C-F00E-86B567CAB923}"/>
                  </a:ext>
                </a:extLst>
              </p:cNvPr>
              <p:cNvPicPr/>
              <p:nvPr/>
            </p:nvPicPr>
            <p:blipFill>
              <a:blip r:embed="rId4"/>
              <a:stretch>
                <a:fillRect/>
              </a:stretch>
            </p:blipFill>
            <p:spPr>
              <a:xfrm>
                <a:off x="-1159342" y="2451834"/>
                <a:ext cx="36000" cy="36000"/>
              </a:xfrm>
              <a:prstGeom prst="rect">
                <a:avLst/>
              </a:prstGeom>
            </p:spPr>
          </p:pic>
        </mc:Fallback>
      </mc:AlternateContent>
      <p:pic>
        <p:nvPicPr>
          <p:cNvPr id="7" name="Picture 6">
            <a:extLst>
              <a:ext uri="{FF2B5EF4-FFF2-40B4-BE49-F238E27FC236}">
                <a16:creationId xmlns:a16="http://schemas.microsoft.com/office/drawing/2014/main" id="{9477ECF2-A381-5183-BB36-B5B0043AE33E}"/>
              </a:ext>
            </a:extLst>
          </p:cNvPr>
          <p:cNvPicPr>
            <a:picLocks noChangeAspect="1"/>
          </p:cNvPicPr>
          <p:nvPr/>
        </p:nvPicPr>
        <p:blipFill>
          <a:blip r:embed="rId5"/>
          <a:stretch>
            <a:fillRect/>
          </a:stretch>
        </p:blipFill>
        <p:spPr>
          <a:xfrm>
            <a:off x="719279" y="2665045"/>
            <a:ext cx="7704000" cy="1914049"/>
          </a:xfrm>
          <a:prstGeom prst="rect">
            <a:avLst/>
          </a:prstGeom>
        </p:spPr>
      </p:pic>
      <p:pic>
        <p:nvPicPr>
          <p:cNvPr id="9" name="Picture 8">
            <a:extLst>
              <a:ext uri="{FF2B5EF4-FFF2-40B4-BE49-F238E27FC236}">
                <a16:creationId xmlns:a16="http://schemas.microsoft.com/office/drawing/2014/main" id="{7BD000FB-4B5B-8F08-18CB-A41CD3C75FA0}"/>
              </a:ext>
            </a:extLst>
          </p:cNvPr>
          <p:cNvPicPr>
            <a:picLocks noChangeAspect="1"/>
          </p:cNvPicPr>
          <p:nvPr/>
        </p:nvPicPr>
        <p:blipFill>
          <a:blip r:embed="rId6"/>
          <a:stretch>
            <a:fillRect/>
          </a:stretch>
        </p:blipFill>
        <p:spPr>
          <a:xfrm>
            <a:off x="2447655" y="564405"/>
            <a:ext cx="4319748" cy="2006624"/>
          </a:xfrm>
          <a:prstGeom prst="rect">
            <a:avLst/>
          </a:prstGeom>
        </p:spPr>
      </p:pic>
    </p:spTree>
    <p:extLst>
      <p:ext uri="{BB962C8B-B14F-4D97-AF65-F5344CB8AC3E}">
        <p14:creationId xmlns:p14="http://schemas.microsoft.com/office/powerpoint/2010/main" val="68805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85222FAD-C475-E311-8DEB-3641908D6EEF}"/>
            </a:ext>
          </a:extLst>
        </p:cNvPr>
        <p:cNvGrpSpPr/>
        <p:nvPr/>
      </p:nvGrpSpPr>
      <p:grpSpPr>
        <a:xfrm>
          <a:off x="0" y="0"/>
          <a:ext cx="0" cy="0"/>
          <a:chOff x="0" y="0"/>
          <a:chExt cx="0" cy="0"/>
        </a:xfrm>
      </p:grpSpPr>
      <p:sp>
        <p:nvSpPr>
          <p:cNvPr id="144" name="Google Shape;144;p16">
            <a:extLst>
              <a:ext uri="{FF2B5EF4-FFF2-40B4-BE49-F238E27FC236}">
                <a16:creationId xmlns:a16="http://schemas.microsoft.com/office/drawing/2014/main" id="{0387F8F0-0514-4994-B75E-C89624883B85}"/>
              </a:ext>
            </a:extLst>
          </p:cNvPr>
          <p:cNvSpPr/>
          <p:nvPr/>
        </p:nvSpPr>
        <p:spPr>
          <a:xfrm>
            <a:off x="7546751" y="940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a:extLst>
              <a:ext uri="{FF2B5EF4-FFF2-40B4-BE49-F238E27FC236}">
                <a16:creationId xmlns:a16="http://schemas.microsoft.com/office/drawing/2014/main" id="{BE2BA541-538D-582E-4692-701FE31F7822}"/>
              </a:ext>
            </a:extLst>
          </p:cNvPr>
          <p:cNvSpPr/>
          <p:nvPr/>
        </p:nvSpPr>
        <p:spPr>
          <a:xfrm>
            <a:off x="7093638" y="83253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a:extLst>
              <a:ext uri="{FF2B5EF4-FFF2-40B4-BE49-F238E27FC236}">
                <a16:creationId xmlns:a16="http://schemas.microsoft.com/office/drawing/2014/main" id="{175C1DA6-EC58-0FEC-1D3E-7F38CBD7657B}"/>
              </a:ext>
            </a:extLst>
          </p:cNvPr>
          <p:cNvSpPr/>
          <p:nvPr/>
        </p:nvSpPr>
        <p:spPr>
          <a:xfrm rot="-1685758">
            <a:off x="8328153" y="13340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a:extLst>
              <a:ext uri="{FF2B5EF4-FFF2-40B4-BE49-F238E27FC236}">
                <a16:creationId xmlns:a16="http://schemas.microsoft.com/office/drawing/2014/main" id="{87161F15-57AA-BD1F-CBA6-CAEEB66C1CFE}"/>
              </a:ext>
            </a:extLst>
          </p:cNvPr>
          <p:cNvSpPr/>
          <p:nvPr/>
        </p:nvSpPr>
        <p:spPr>
          <a:xfrm>
            <a:off x="8104063" y="72696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16">
            <a:extLst>
              <a:ext uri="{FF2B5EF4-FFF2-40B4-BE49-F238E27FC236}">
                <a16:creationId xmlns:a16="http://schemas.microsoft.com/office/drawing/2014/main" id="{E9F9DB56-F21B-540D-30BF-3BE2F21DD4C8}"/>
              </a:ext>
            </a:extLst>
          </p:cNvPr>
          <p:cNvGrpSpPr/>
          <p:nvPr/>
        </p:nvGrpSpPr>
        <p:grpSpPr>
          <a:xfrm>
            <a:off x="7862872" y="3134764"/>
            <a:ext cx="695830" cy="243805"/>
            <a:chOff x="2271950" y="2722775"/>
            <a:chExt cx="575875" cy="201775"/>
          </a:xfrm>
        </p:grpSpPr>
        <p:sp>
          <p:nvSpPr>
            <p:cNvPr id="149" name="Google Shape;149;p16">
              <a:extLst>
                <a:ext uri="{FF2B5EF4-FFF2-40B4-BE49-F238E27FC236}">
                  <a16:creationId xmlns:a16="http://schemas.microsoft.com/office/drawing/2014/main" id="{E523B8BB-13F2-4A61-FB3E-0869C646E071}"/>
                </a:ext>
              </a:extLst>
            </p:cNvPr>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a:extLst>
                <a:ext uri="{FF2B5EF4-FFF2-40B4-BE49-F238E27FC236}">
                  <a16:creationId xmlns:a16="http://schemas.microsoft.com/office/drawing/2014/main" id="{7B97DFE1-F343-0409-84FE-ADBFA2C601C1}"/>
                </a:ext>
              </a:extLst>
            </p:cNvPr>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a:extLst>
                <a:ext uri="{FF2B5EF4-FFF2-40B4-BE49-F238E27FC236}">
                  <a16:creationId xmlns:a16="http://schemas.microsoft.com/office/drawing/2014/main" id="{B7953175-FB66-853B-5880-670F3E826088}"/>
                </a:ext>
              </a:extLst>
            </p:cNvPr>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a:extLst>
                <a:ext uri="{FF2B5EF4-FFF2-40B4-BE49-F238E27FC236}">
                  <a16:creationId xmlns:a16="http://schemas.microsoft.com/office/drawing/2014/main" id="{376AEDEB-A766-D189-3E22-2BF07FA5EE4F}"/>
                </a:ext>
              </a:extLst>
            </p:cNvPr>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a:extLst>
                <a:ext uri="{FF2B5EF4-FFF2-40B4-BE49-F238E27FC236}">
                  <a16:creationId xmlns:a16="http://schemas.microsoft.com/office/drawing/2014/main" id="{1F349A22-E719-F92C-8D02-2889F4206A43}"/>
                </a:ext>
              </a:extLst>
            </p:cNvPr>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6">
            <a:extLst>
              <a:ext uri="{FF2B5EF4-FFF2-40B4-BE49-F238E27FC236}">
                <a16:creationId xmlns:a16="http://schemas.microsoft.com/office/drawing/2014/main" id="{DCBF9D5F-B437-FC8C-52EA-4DCC6DBD8E65}"/>
              </a:ext>
            </a:extLst>
          </p:cNvPr>
          <p:cNvSpPr/>
          <p:nvPr/>
        </p:nvSpPr>
        <p:spPr>
          <a:xfrm rot="7201932">
            <a:off x="8171962" y="1678403"/>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a:extLst>
              <a:ext uri="{FF2B5EF4-FFF2-40B4-BE49-F238E27FC236}">
                <a16:creationId xmlns:a16="http://schemas.microsoft.com/office/drawing/2014/main" id="{7D6EA4EA-270F-B974-78A1-C6F9C367C952}"/>
              </a:ext>
            </a:extLst>
          </p:cNvPr>
          <p:cNvSpPr/>
          <p:nvPr/>
        </p:nvSpPr>
        <p:spPr>
          <a:xfrm rot="7198898">
            <a:off x="7394787" y="21615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a:extLst>
              <a:ext uri="{FF2B5EF4-FFF2-40B4-BE49-F238E27FC236}">
                <a16:creationId xmlns:a16="http://schemas.microsoft.com/office/drawing/2014/main" id="{90B09367-1BB2-D373-E8F3-3A6980F326BD}"/>
              </a:ext>
            </a:extLst>
          </p:cNvPr>
          <p:cNvSpPr/>
          <p:nvPr/>
        </p:nvSpPr>
        <p:spPr>
          <a:xfrm rot="-1685758">
            <a:off x="7153853" y="16955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a:extLst>
              <a:ext uri="{FF2B5EF4-FFF2-40B4-BE49-F238E27FC236}">
                <a16:creationId xmlns:a16="http://schemas.microsoft.com/office/drawing/2014/main" id="{0F72AFCB-5FD5-2FDC-35AF-4E27DF34FA45}"/>
              </a:ext>
            </a:extLst>
          </p:cNvPr>
          <p:cNvSpPr/>
          <p:nvPr/>
        </p:nvSpPr>
        <p:spPr>
          <a:xfrm>
            <a:off x="7513458" y="1607050"/>
            <a:ext cx="301803" cy="301803"/>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a:extLst>
              <a:ext uri="{FF2B5EF4-FFF2-40B4-BE49-F238E27FC236}">
                <a16:creationId xmlns:a16="http://schemas.microsoft.com/office/drawing/2014/main" id="{BD6D5952-C5C5-2CD7-BF67-9EE8E249702E}"/>
              </a:ext>
            </a:extLst>
          </p:cNvPr>
          <p:cNvSpPr/>
          <p:nvPr/>
        </p:nvSpPr>
        <p:spPr>
          <a:xfrm>
            <a:off x="8317494" y="2456017"/>
            <a:ext cx="107827" cy="10781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6E4BA2DE-7E04-8351-698D-EC2739FAE588}"/>
              </a:ext>
            </a:extLst>
          </p:cNvPr>
          <p:cNvSpPr>
            <a:spLocks noGrp="1"/>
          </p:cNvSpPr>
          <p:nvPr>
            <p:ph type="title"/>
          </p:nvPr>
        </p:nvSpPr>
        <p:spPr>
          <a:xfrm>
            <a:off x="959840" y="1733530"/>
            <a:ext cx="5378437" cy="2549300"/>
          </a:xfrm>
        </p:spPr>
        <p:txBody>
          <a:bodyPr/>
          <a:lstStyle/>
          <a:p>
            <a:pPr algn="ctr"/>
            <a:r>
              <a:rPr lang="en-US" sz="8800" dirty="0">
                <a:solidFill>
                  <a:schemeClr val="tx2"/>
                </a:solidFill>
                <a:effectLst>
                  <a:outerShdw blurRad="38100" dist="38100" dir="2700000" algn="tl">
                    <a:srgbClr val="000000">
                      <a:alpha val="43137"/>
                    </a:srgbClr>
                  </a:outerShdw>
                </a:effectLst>
              </a:rPr>
              <a:t>Dashboards</a:t>
            </a:r>
          </a:p>
        </p:txBody>
      </p:sp>
    </p:spTree>
    <p:extLst>
      <p:ext uri="{BB962C8B-B14F-4D97-AF65-F5344CB8AC3E}">
        <p14:creationId xmlns:p14="http://schemas.microsoft.com/office/powerpoint/2010/main" val="2594156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BC8B4546-0C59-D252-19A5-00ED3281CB48}"/>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7748A95D-D374-F923-9A87-F079B2485468}"/>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solidFill>
                  <a:schemeClr val="tx2">
                    <a:lumMod val="20000"/>
                    <a:lumOff val="80000"/>
                  </a:schemeClr>
                </a:solidFill>
                <a:effectLst>
                  <a:outerShdw blurRad="38100" dist="38100" dir="2700000" algn="tl">
                    <a:srgbClr val="000000">
                      <a:alpha val="43137"/>
                    </a:srgbClr>
                  </a:outerShdw>
                </a:effectLst>
              </a:rPr>
              <a:t>EXCEL DASHBOARD</a:t>
            </a:r>
            <a:endParaRPr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D3582BBD-ECBF-4436-EEA2-C20894F6B5C8}"/>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D3582BBD-ECBF-4436-EEA2-C20894F6B5C8}"/>
                  </a:ext>
                </a:extLst>
              </p:cNvPr>
              <p:cNvPicPr/>
              <p:nvPr/>
            </p:nvPicPr>
            <p:blipFill>
              <a:blip r:embed="rId4"/>
              <a:stretch>
                <a:fillRect/>
              </a:stretch>
            </p:blipFill>
            <p:spPr>
              <a:xfrm>
                <a:off x="-1159342" y="2451834"/>
                <a:ext cx="36000" cy="36000"/>
              </a:xfrm>
              <a:prstGeom prst="rect">
                <a:avLst/>
              </a:prstGeom>
            </p:spPr>
          </p:pic>
        </mc:Fallback>
      </mc:AlternateContent>
      <p:pic>
        <p:nvPicPr>
          <p:cNvPr id="8" name="Picture 7">
            <a:extLst>
              <a:ext uri="{FF2B5EF4-FFF2-40B4-BE49-F238E27FC236}">
                <a16:creationId xmlns:a16="http://schemas.microsoft.com/office/drawing/2014/main" id="{0DB2DE50-4723-46FE-F1C0-23C9D81B3837}"/>
              </a:ext>
            </a:extLst>
          </p:cNvPr>
          <p:cNvPicPr>
            <a:picLocks noChangeAspect="1"/>
          </p:cNvPicPr>
          <p:nvPr/>
        </p:nvPicPr>
        <p:blipFill>
          <a:blip r:embed="rId5"/>
          <a:stretch>
            <a:fillRect/>
          </a:stretch>
        </p:blipFill>
        <p:spPr>
          <a:xfrm>
            <a:off x="720000" y="602145"/>
            <a:ext cx="7702561" cy="3943889"/>
          </a:xfrm>
          <a:prstGeom prst="rect">
            <a:avLst/>
          </a:prstGeom>
        </p:spPr>
      </p:pic>
    </p:spTree>
    <p:extLst>
      <p:ext uri="{BB962C8B-B14F-4D97-AF65-F5344CB8AC3E}">
        <p14:creationId xmlns:p14="http://schemas.microsoft.com/office/powerpoint/2010/main" val="3632953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54E2C5CC-2171-F519-790E-AC6934199215}"/>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2E76C443-3A1E-55F6-F4E6-63EA7EA5339D}"/>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solidFill>
                  <a:schemeClr val="tx2">
                    <a:lumMod val="20000"/>
                    <a:lumOff val="80000"/>
                  </a:schemeClr>
                </a:solidFill>
                <a:effectLst>
                  <a:outerShdw blurRad="38100" dist="38100" dir="2700000" algn="tl">
                    <a:srgbClr val="000000">
                      <a:alpha val="43137"/>
                    </a:srgbClr>
                  </a:outerShdw>
                </a:effectLst>
              </a:rPr>
              <a:t>EXCEL DASHBOARD</a:t>
            </a:r>
            <a:endParaRPr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2A644905-CDFF-B280-E549-F5ADDA88F556}"/>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2A644905-CDFF-B280-E549-F5ADDA88F556}"/>
                  </a:ext>
                </a:extLst>
              </p:cNvPr>
              <p:cNvPicPr/>
              <p:nvPr/>
            </p:nvPicPr>
            <p:blipFill>
              <a:blip r:embed="rId4"/>
              <a:stretch>
                <a:fillRect/>
              </a:stretch>
            </p:blipFill>
            <p:spPr>
              <a:xfrm>
                <a:off x="-1159342" y="2451834"/>
                <a:ext cx="36000" cy="36000"/>
              </a:xfrm>
              <a:prstGeom prst="rect">
                <a:avLst/>
              </a:prstGeom>
            </p:spPr>
          </p:pic>
        </mc:Fallback>
      </mc:AlternateContent>
      <p:pic>
        <p:nvPicPr>
          <p:cNvPr id="3" name="Picture 2">
            <a:extLst>
              <a:ext uri="{FF2B5EF4-FFF2-40B4-BE49-F238E27FC236}">
                <a16:creationId xmlns:a16="http://schemas.microsoft.com/office/drawing/2014/main" id="{A845C0CB-938A-8968-DC41-F9EE018A8288}"/>
              </a:ext>
            </a:extLst>
          </p:cNvPr>
          <p:cNvPicPr>
            <a:picLocks noChangeAspect="1"/>
          </p:cNvPicPr>
          <p:nvPr/>
        </p:nvPicPr>
        <p:blipFill>
          <a:blip r:embed="rId5"/>
          <a:stretch>
            <a:fillRect/>
          </a:stretch>
        </p:blipFill>
        <p:spPr>
          <a:xfrm>
            <a:off x="719280" y="601784"/>
            <a:ext cx="7704000" cy="3938235"/>
          </a:xfrm>
          <a:prstGeom prst="rect">
            <a:avLst/>
          </a:prstGeom>
        </p:spPr>
      </p:pic>
    </p:spTree>
    <p:extLst>
      <p:ext uri="{BB962C8B-B14F-4D97-AF65-F5344CB8AC3E}">
        <p14:creationId xmlns:p14="http://schemas.microsoft.com/office/powerpoint/2010/main" val="15069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85A46DC-062E-4A7A-8105-A0EF83FAA1FC}"/>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6ECD2BB7-55FB-9F13-319C-372A800B4259}"/>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solidFill>
                  <a:schemeClr val="tx2">
                    <a:lumMod val="20000"/>
                    <a:lumOff val="80000"/>
                  </a:schemeClr>
                </a:solidFill>
                <a:effectLst>
                  <a:outerShdw blurRad="38100" dist="38100" dir="2700000" algn="tl">
                    <a:srgbClr val="000000">
                      <a:alpha val="43137"/>
                    </a:srgbClr>
                  </a:outerShdw>
                </a:effectLst>
              </a:rPr>
              <a:t>POWERBI DASHBOARD</a:t>
            </a:r>
            <a:endParaRPr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57B7DE97-26C8-54C9-B497-8751799C83BB}"/>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57B7DE97-26C8-54C9-B497-8751799C83BB}"/>
                  </a:ext>
                </a:extLst>
              </p:cNvPr>
              <p:cNvPicPr/>
              <p:nvPr/>
            </p:nvPicPr>
            <p:blipFill>
              <a:blip r:embed="rId4"/>
              <a:stretch>
                <a:fillRect/>
              </a:stretch>
            </p:blipFill>
            <p:spPr>
              <a:xfrm>
                <a:off x="-1159342" y="2451834"/>
                <a:ext cx="36000" cy="36000"/>
              </a:xfrm>
              <a:prstGeom prst="rect">
                <a:avLst/>
              </a:prstGeom>
            </p:spPr>
          </p:pic>
        </mc:Fallback>
      </mc:AlternateContent>
      <p:pic>
        <p:nvPicPr>
          <p:cNvPr id="4" name="Picture 3">
            <a:extLst>
              <a:ext uri="{FF2B5EF4-FFF2-40B4-BE49-F238E27FC236}">
                <a16:creationId xmlns:a16="http://schemas.microsoft.com/office/drawing/2014/main" id="{0DBF4103-C568-9C45-17FB-35A898406D71}"/>
              </a:ext>
            </a:extLst>
          </p:cNvPr>
          <p:cNvPicPr>
            <a:picLocks noChangeAspect="1"/>
          </p:cNvPicPr>
          <p:nvPr/>
        </p:nvPicPr>
        <p:blipFill>
          <a:blip r:embed="rId5"/>
          <a:stretch>
            <a:fillRect/>
          </a:stretch>
        </p:blipFill>
        <p:spPr>
          <a:xfrm>
            <a:off x="718920" y="601784"/>
            <a:ext cx="7704000" cy="3946051"/>
          </a:xfrm>
          <a:prstGeom prst="rect">
            <a:avLst/>
          </a:prstGeom>
        </p:spPr>
      </p:pic>
    </p:spTree>
    <p:extLst>
      <p:ext uri="{BB962C8B-B14F-4D97-AF65-F5344CB8AC3E}">
        <p14:creationId xmlns:p14="http://schemas.microsoft.com/office/powerpoint/2010/main" val="45306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724BB5A-72AB-C985-702D-9F9BD486D390}"/>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EC8BDA47-256F-3051-8899-C59053D75C57}"/>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solidFill>
                  <a:schemeClr val="tx2">
                    <a:lumMod val="20000"/>
                    <a:lumOff val="80000"/>
                  </a:schemeClr>
                </a:solidFill>
                <a:effectLst>
                  <a:outerShdw blurRad="38100" dist="38100" dir="2700000" algn="tl">
                    <a:srgbClr val="000000">
                      <a:alpha val="43137"/>
                    </a:srgbClr>
                  </a:outerShdw>
                </a:effectLst>
              </a:rPr>
              <a:t>POWERBI DASHBOARD</a:t>
            </a:r>
            <a:endParaRPr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8311453D-77EC-EAEC-6447-ED5D0F427EF8}"/>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8311453D-77EC-EAEC-6447-ED5D0F427EF8}"/>
                  </a:ext>
                </a:extLst>
              </p:cNvPr>
              <p:cNvPicPr/>
              <p:nvPr/>
            </p:nvPicPr>
            <p:blipFill>
              <a:blip r:embed="rId4"/>
              <a:stretch>
                <a:fillRect/>
              </a:stretch>
            </p:blipFill>
            <p:spPr>
              <a:xfrm>
                <a:off x="-1159342" y="2451834"/>
                <a:ext cx="36000" cy="36000"/>
              </a:xfrm>
              <a:prstGeom prst="rect">
                <a:avLst/>
              </a:prstGeom>
            </p:spPr>
          </p:pic>
        </mc:Fallback>
      </mc:AlternateContent>
      <p:pic>
        <p:nvPicPr>
          <p:cNvPr id="3" name="Picture 2">
            <a:extLst>
              <a:ext uri="{FF2B5EF4-FFF2-40B4-BE49-F238E27FC236}">
                <a16:creationId xmlns:a16="http://schemas.microsoft.com/office/drawing/2014/main" id="{AE7E9E56-50D8-1463-8520-90154496EC09}"/>
              </a:ext>
            </a:extLst>
          </p:cNvPr>
          <p:cNvPicPr>
            <a:picLocks noChangeAspect="1"/>
          </p:cNvPicPr>
          <p:nvPr/>
        </p:nvPicPr>
        <p:blipFill>
          <a:blip r:embed="rId5"/>
          <a:stretch>
            <a:fillRect/>
          </a:stretch>
        </p:blipFill>
        <p:spPr>
          <a:xfrm>
            <a:off x="718920" y="610680"/>
            <a:ext cx="7704000" cy="3967335"/>
          </a:xfrm>
          <a:prstGeom prst="rect">
            <a:avLst/>
          </a:prstGeom>
        </p:spPr>
      </p:pic>
    </p:spTree>
    <p:extLst>
      <p:ext uri="{BB962C8B-B14F-4D97-AF65-F5344CB8AC3E}">
        <p14:creationId xmlns:p14="http://schemas.microsoft.com/office/powerpoint/2010/main" val="549261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BD9C0B65-2302-5621-7EE1-B6B3D376B2B4}"/>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FBD37194-5B7F-E1FE-D27A-D68739E61570}"/>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solidFill>
                  <a:schemeClr val="tx2">
                    <a:lumMod val="20000"/>
                    <a:lumOff val="80000"/>
                  </a:schemeClr>
                </a:solidFill>
                <a:effectLst>
                  <a:outerShdw blurRad="38100" dist="38100" dir="2700000" algn="tl">
                    <a:srgbClr val="000000">
                      <a:alpha val="43137"/>
                    </a:srgbClr>
                  </a:outerShdw>
                </a:effectLst>
              </a:rPr>
              <a:t>tableau DASHBOARD</a:t>
            </a:r>
            <a:endParaRPr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4535662D-92DF-6014-1F6D-6DEE5F78D6C9}"/>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4535662D-92DF-6014-1F6D-6DEE5F78D6C9}"/>
                  </a:ext>
                </a:extLst>
              </p:cNvPr>
              <p:cNvPicPr/>
              <p:nvPr/>
            </p:nvPicPr>
            <p:blipFill>
              <a:blip r:embed="rId4"/>
              <a:stretch>
                <a:fillRect/>
              </a:stretch>
            </p:blipFill>
            <p:spPr>
              <a:xfrm>
                <a:off x="-1159342" y="2451834"/>
                <a:ext cx="36000" cy="36000"/>
              </a:xfrm>
              <a:prstGeom prst="rect">
                <a:avLst/>
              </a:prstGeom>
            </p:spPr>
          </p:pic>
        </mc:Fallback>
      </mc:AlternateContent>
      <p:pic>
        <p:nvPicPr>
          <p:cNvPr id="4" name="Picture 3">
            <a:extLst>
              <a:ext uri="{FF2B5EF4-FFF2-40B4-BE49-F238E27FC236}">
                <a16:creationId xmlns:a16="http://schemas.microsoft.com/office/drawing/2014/main" id="{0EED3583-A5CA-A001-C403-AE614077E4E4}"/>
              </a:ext>
            </a:extLst>
          </p:cNvPr>
          <p:cNvPicPr>
            <a:picLocks noChangeAspect="1"/>
          </p:cNvPicPr>
          <p:nvPr/>
        </p:nvPicPr>
        <p:blipFill>
          <a:blip r:embed="rId5"/>
          <a:stretch>
            <a:fillRect/>
          </a:stretch>
        </p:blipFill>
        <p:spPr>
          <a:xfrm>
            <a:off x="718560" y="602144"/>
            <a:ext cx="7704000" cy="3961321"/>
          </a:xfrm>
          <a:prstGeom prst="rect">
            <a:avLst/>
          </a:prstGeom>
        </p:spPr>
      </p:pic>
    </p:spTree>
    <p:extLst>
      <p:ext uri="{BB962C8B-B14F-4D97-AF65-F5344CB8AC3E}">
        <p14:creationId xmlns:p14="http://schemas.microsoft.com/office/powerpoint/2010/main" val="4056444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BBE94934-3B86-4DA6-D4CC-9978593B8A79}"/>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747198C7-86F2-D535-8075-B773E773AACB}"/>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a:solidFill>
                  <a:schemeClr val="tx2">
                    <a:lumMod val="20000"/>
                    <a:lumOff val="80000"/>
                  </a:schemeClr>
                </a:solidFill>
                <a:effectLst>
                  <a:outerShdw blurRad="38100" dist="38100" dir="2700000" algn="tl">
                    <a:srgbClr val="000000">
                      <a:alpha val="43137"/>
                    </a:srgbClr>
                  </a:outerShdw>
                </a:effectLst>
              </a:rPr>
              <a:t>mysql queries</a:t>
            </a:r>
            <a:endParaRPr lang="en-US"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978E37CD-8B16-E25A-4EDA-968207F161D8}"/>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978E37CD-8B16-E25A-4EDA-968207F161D8}"/>
                  </a:ext>
                </a:extLst>
              </p:cNvPr>
              <p:cNvPicPr/>
              <p:nvPr/>
            </p:nvPicPr>
            <p:blipFill>
              <a:blip r:embed="rId4"/>
              <a:stretch>
                <a:fillRect/>
              </a:stretch>
            </p:blipFill>
            <p:spPr>
              <a:xfrm>
                <a:off x="-1159342" y="2451834"/>
                <a:ext cx="36000" cy="36000"/>
              </a:xfrm>
              <a:prstGeom prst="rect">
                <a:avLst/>
              </a:prstGeom>
            </p:spPr>
          </p:pic>
        </mc:Fallback>
      </mc:AlternateContent>
      <p:pic>
        <p:nvPicPr>
          <p:cNvPr id="3" name="Picture 2">
            <a:extLst>
              <a:ext uri="{FF2B5EF4-FFF2-40B4-BE49-F238E27FC236}">
                <a16:creationId xmlns:a16="http://schemas.microsoft.com/office/drawing/2014/main" id="{311403CA-B9F0-DB07-AF29-848B8DA6A625}"/>
              </a:ext>
            </a:extLst>
          </p:cNvPr>
          <p:cNvPicPr>
            <a:picLocks noChangeAspect="1"/>
          </p:cNvPicPr>
          <p:nvPr/>
        </p:nvPicPr>
        <p:blipFill>
          <a:blip r:embed="rId5"/>
          <a:stretch>
            <a:fillRect/>
          </a:stretch>
        </p:blipFill>
        <p:spPr>
          <a:xfrm>
            <a:off x="720000" y="595812"/>
            <a:ext cx="3279571" cy="3975108"/>
          </a:xfrm>
          <a:prstGeom prst="rect">
            <a:avLst/>
          </a:prstGeom>
        </p:spPr>
      </p:pic>
      <p:pic>
        <p:nvPicPr>
          <p:cNvPr id="6" name="Picture 5">
            <a:extLst>
              <a:ext uri="{FF2B5EF4-FFF2-40B4-BE49-F238E27FC236}">
                <a16:creationId xmlns:a16="http://schemas.microsoft.com/office/drawing/2014/main" id="{732D9232-79D0-DA24-2380-8BE0A37073A9}"/>
              </a:ext>
            </a:extLst>
          </p:cNvPr>
          <p:cNvPicPr>
            <a:picLocks noChangeAspect="1"/>
          </p:cNvPicPr>
          <p:nvPr/>
        </p:nvPicPr>
        <p:blipFill>
          <a:blip r:embed="rId6"/>
          <a:stretch>
            <a:fillRect/>
          </a:stretch>
        </p:blipFill>
        <p:spPr>
          <a:xfrm>
            <a:off x="4051610" y="595812"/>
            <a:ext cx="4372390" cy="3975108"/>
          </a:xfrm>
          <a:prstGeom prst="rect">
            <a:avLst/>
          </a:prstGeom>
        </p:spPr>
      </p:pic>
    </p:spTree>
    <p:extLst>
      <p:ext uri="{BB962C8B-B14F-4D97-AF65-F5344CB8AC3E}">
        <p14:creationId xmlns:p14="http://schemas.microsoft.com/office/powerpoint/2010/main" val="2958414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10C07CA5-38BA-1562-D96B-7F331FFFAF82}"/>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B592D0FE-B952-EF13-0484-48E9092A82FF}"/>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a:solidFill>
                  <a:schemeClr val="tx2">
                    <a:lumMod val="20000"/>
                    <a:lumOff val="80000"/>
                  </a:schemeClr>
                </a:solidFill>
                <a:effectLst>
                  <a:outerShdw blurRad="38100" dist="38100" dir="2700000" algn="tl">
                    <a:srgbClr val="000000">
                      <a:alpha val="43137"/>
                    </a:srgbClr>
                  </a:outerShdw>
                </a:effectLst>
              </a:rPr>
              <a:t>mysql queries</a:t>
            </a:r>
            <a:endParaRPr lang="en-US"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471106B7-44A1-DA18-15D1-EABA17D41C19}"/>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471106B7-44A1-DA18-15D1-EABA17D41C19}"/>
                  </a:ext>
                </a:extLst>
              </p:cNvPr>
              <p:cNvPicPr/>
              <p:nvPr/>
            </p:nvPicPr>
            <p:blipFill>
              <a:blip r:embed="rId4"/>
              <a:stretch>
                <a:fillRect/>
              </a:stretch>
            </p:blipFill>
            <p:spPr>
              <a:xfrm>
                <a:off x="-1159342" y="2451834"/>
                <a:ext cx="36000" cy="36000"/>
              </a:xfrm>
              <a:prstGeom prst="rect">
                <a:avLst/>
              </a:prstGeom>
            </p:spPr>
          </p:pic>
        </mc:Fallback>
      </mc:AlternateContent>
      <p:pic>
        <p:nvPicPr>
          <p:cNvPr id="7" name="Picture 6">
            <a:extLst>
              <a:ext uri="{FF2B5EF4-FFF2-40B4-BE49-F238E27FC236}">
                <a16:creationId xmlns:a16="http://schemas.microsoft.com/office/drawing/2014/main" id="{2B20D74A-EAD1-8E85-04EF-2BADAE3226E1}"/>
              </a:ext>
            </a:extLst>
          </p:cNvPr>
          <p:cNvPicPr>
            <a:picLocks noChangeAspect="1"/>
          </p:cNvPicPr>
          <p:nvPr/>
        </p:nvPicPr>
        <p:blipFill>
          <a:blip r:embed="rId5"/>
          <a:stretch>
            <a:fillRect/>
          </a:stretch>
        </p:blipFill>
        <p:spPr>
          <a:xfrm>
            <a:off x="4631473" y="571326"/>
            <a:ext cx="3792526" cy="4000847"/>
          </a:xfrm>
          <a:prstGeom prst="rect">
            <a:avLst/>
          </a:prstGeom>
        </p:spPr>
      </p:pic>
      <p:pic>
        <p:nvPicPr>
          <p:cNvPr id="9" name="Picture 8">
            <a:extLst>
              <a:ext uri="{FF2B5EF4-FFF2-40B4-BE49-F238E27FC236}">
                <a16:creationId xmlns:a16="http://schemas.microsoft.com/office/drawing/2014/main" id="{DFD55592-48C6-F24E-23AF-E91B57720EC4}"/>
              </a:ext>
            </a:extLst>
          </p:cNvPr>
          <p:cNvPicPr>
            <a:picLocks noChangeAspect="1"/>
          </p:cNvPicPr>
          <p:nvPr/>
        </p:nvPicPr>
        <p:blipFill>
          <a:blip r:embed="rId6"/>
          <a:stretch>
            <a:fillRect/>
          </a:stretch>
        </p:blipFill>
        <p:spPr>
          <a:xfrm>
            <a:off x="720001" y="571326"/>
            <a:ext cx="3851279" cy="4000847"/>
          </a:xfrm>
          <a:prstGeom prst="rect">
            <a:avLst/>
          </a:prstGeom>
        </p:spPr>
      </p:pic>
    </p:spTree>
    <p:extLst>
      <p:ext uri="{BB962C8B-B14F-4D97-AF65-F5344CB8AC3E}">
        <p14:creationId xmlns:p14="http://schemas.microsoft.com/office/powerpoint/2010/main" val="3147425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88C2A4D-62EB-8DED-6213-3B427F5266F9}"/>
            </a:ext>
          </a:extLst>
        </p:cNvPr>
        <p:cNvGrpSpPr/>
        <p:nvPr/>
      </p:nvGrpSpPr>
      <p:grpSpPr>
        <a:xfrm>
          <a:off x="0" y="0"/>
          <a:ext cx="0" cy="0"/>
          <a:chOff x="0" y="0"/>
          <a:chExt cx="0" cy="0"/>
        </a:xfrm>
      </p:grpSpPr>
      <p:sp>
        <p:nvSpPr>
          <p:cNvPr id="163" name="Google Shape;163;p17">
            <a:extLst>
              <a:ext uri="{FF2B5EF4-FFF2-40B4-BE49-F238E27FC236}">
                <a16:creationId xmlns:a16="http://schemas.microsoft.com/office/drawing/2014/main" id="{18C5E28B-0D22-D808-4FC2-DE85B07C25D0}"/>
              </a:ext>
            </a:extLst>
          </p:cNvPr>
          <p:cNvSpPr txBox="1">
            <a:spLocks noGrp="1"/>
          </p:cNvSpPr>
          <p:nvPr>
            <p:ph type="title"/>
          </p:nvPr>
        </p:nvSpPr>
        <p:spPr>
          <a:xfrm>
            <a:off x="720000" y="0"/>
            <a:ext cx="7704000" cy="539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a:solidFill>
                  <a:schemeClr val="tx2">
                    <a:lumMod val="20000"/>
                    <a:lumOff val="80000"/>
                  </a:schemeClr>
                </a:solidFill>
                <a:effectLst>
                  <a:outerShdw blurRad="38100" dist="38100" dir="2700000" algn="tl">
                    <a:srgbClr val="000000">
                      <a:alpha val="43137"/>
                    </a:srgbClr>
                  </a:outerShdw>
                </a:effectLst>
              </a:rPr>
              <a:t>mysql queries</a:t>
            </a:r>
            <a:endParaRPr lang="en-US" sz="2800" dirty="0">
              <a:solidFill>
                <a:schemeClr val="tx2">
                  <a:lumMod val="20000"/>
                  <a:lumOff val="80000"/>
                </a:schemeClr>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2C8C9060-16A4-F245-6F00-AB5C72E674E9}"/>
                  </a:ext>
                </a:extLst>
              </p14:cNvPr>
              <p14:cNvContentPartPr/>
              <p14:nvPr/>
            </p14:nvContentPartPr>
            <p14:xfrm>
              <a:off x="-1141342" y="2469834"/>
              <a:ext cx="360" cy="360"/>
            </p14:xfrm>
          </p:contentPart>
        </mc:Choice>
        <mc:Fallback xmlns="">
          <p:pic>
            <p:nvPicPr>
              <p:cNvPr id="22" name="Ink 21">
                <a:extLst>
                  <a:ext uri="{FF2B5EF4-FFF2-40B4-BE49-F238E27FC236}">
                    <a16:creationId xmlns:a16="http://schemas.microsoft.com/office/drawing/2014/main" id="{2C8C9060-16A4-F245-6F00-AB5C72E674E9}"/>
                  </a:ext>
                </a:extLst>
              </p:cNvPr>
              <p:cNvPicPr/>
              <p:nvPr/>
            </p:nvPicPr>
            <p:blipFill>
              <a:blip r:embed="rId4"/>
              <a:stretch>
                <a:fillRect/>
              </a:stretch>
            </p:blipFill>
            <p:spPr>
              <a:xfrm>
                <a:off x="-1159342" y="2451834"/>
                <a:ext cx="36000" cy="36000"/>
              </a:xfrm>
              <a:prstGeom prst="rect">
                <a:avLst/>
              </a:prstGeom>
            </p:spPr>
          </p:pic>
        </mc:Fallback>
      </mc:AlternateContent>
      <p:pic>
        <p:nvPicPr>
          <p:cNvPr id="3" name="Picture 2">
            <a:extLst>
              <a:ext uri="{FF2B5EF4-FFF2-40B4-BE49-F238E27FC236}">
                <a16:creationId xmlns:a16="http://schemas.microsoft.com/office/drawing/2014/main" id="{E7F4EDC2-4447-60F6-8802-47B383E410DA}"/>
              </a:ext>
            </a:extLst>
          </p:cNvPr>
          <p:cNvPicPr>
            <a:picLocks noChangeAspect="1"/>
          </p:cNvPicPr>
          <p:nvPr/>
        </p:nvPicPr>
        <p:blipFill>
          <a:blip r:embed="rId5"/>
          <a:stretch>
            <a:fillRect/>
          </a:stretch>
        </p:blipFill>
        <p:spPr>
          <a:xfrm>
            <a:off x="720001" y="595452"/>
            <a:ext cx="7703638" cy="3938657"/>
          </a:xfrm>
          <a:prstGeom prst="rect">
            <a:avLst/>
          </a:prstGeom>
        </p:spPr>
      </p:pic>
    </p:spTree>
    <p:extLst>
      <p:ext uri="{BB962C8B-B14F-4D97-AF65-F5344CB8AC3E}">
        <p14:creationId xmlns:p14="http://schemas.microsoft.com/office/powerpoint/2010/main" val="69130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84A8AD80-1DD3-026F-F8A5-302467032D1A}"/>
            </a:ext>
          </a:extLst>
        </p:cNvPr>
        <p:cNvGrpSpPr/>
        <p:nvPr/>
      </p:nvGrpSpPr>
      <p:grpSpPr>
        <a:xfrm>
          <a:off x="0" y="0"/>
          <a:ext cx="0" cy="0"/>
          <a:chOff x="0" y="0"/>
          <a:chExt cx="0" cy="0"/>
        </a:xfrm>
      </p:grpSpPr>
      <p:sp>
        <p:nvSpPr>
          <p:cNvPr id="142" name="Google Shape;142;p16">
            <a:extLst>
              <a:ext uri="{FF2B5EF4-FFF2-40B4-BE49-F238E27FC236}">
                <a16:creationId xmlns:a16="http://schemas.microsoft.com/office/drawing/2014/main" id="{A3771F35-2BD7-E177-329D-3A99CB193703}"/>
              </a:ext>
            </a:extLst>
          </p:cNvPr>
          <p:cNvSpPr txBox="1">
            <a:spLocks noGrp="1"/>
          </p:cNvSpPr>
          <p:nvPr>
            <p:ph type="title"/>
          </p:nvPr>
        </p:nvSpPr>
        <p:spPr>
          <a:xfrm>
            <a:off x="719999" y="539500"/>
            <a:ext cx="4578831" cy="91423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dirty="0">
                <a:solidFill>
                  <a:schemeClr val="tx2">
                    <a:lumMod val="20000"/>
                    <a:lumOff val="80000"/>
                  </a:schemeClr>
                </a:solidFill>
                <a:effectLst>
                  <a:outerShdw blurRad="38100" dist="38100" dir="2700000" algn="tl">
                    <a:srgbClr val="000000">
                      <a:alpha val="43137"/>
                    </a:srgbClr>
                  </a:outerShdw>
                </a:effectLst>
              </a:rPr>
              <a:t>conclusion</a:t>
            </a:r>
            <a:endParaRPr sz="4800" dirty="0">
              <a:solidFill>
                <a:schemeClr val="tx2">
                  <a:lumMod val="20000"/>
                  <a:lumOff val="80000"/>
                </a:schemeClr>
              </a:solidFill>
              <a:effectLst>
                <a:outerShdw blurRad="38100" dist="38100" dir="2700000" algn="tl">
                  <a:srgbClr val="000000">
                    <a:alpha val="43137"/>
                  </a:srgbClr>
                </a:outerShdw>
              </a:effectLst>
            </a:endParaRPr>
          </a:p>
        </p:txBody>
      </p:sp>
      <p:sp>
        <p:nvSpPr>
          <p:cNvPr id="143" name="Google Shape;143;p16">
            <a:extLst>
              <a:ext uri="{FF2B5EF4-FFF2-40B4-BE49-F238E27FC236}">
                <a16:creationId xmlns:a16="http://schemas.microsoft.com/office/drawing/2014/main" id="{B0F24AB7-39E5-89E9-8277-CC5294A5B1CA}"/>
              </a:ext>
            </a:extLst>
          </p:cNvPr>
          <p:cNvSpPr txBox="1">
            <a:spLocks noGrp="1"/>
          </p:cNvSpPr>
          <p:nvPr>
            <p:ph type="body" idx="1"/>
          </p:nvPr>
        </p:nvSpPr>
        <p:spPr>
          <a:xfrm>
            <a:off x="720000" y="1453732"/>
            <a:ext cx="6233400" cy="2971443"/>
          </a:xfrm>
          <a:prstGeom prst="rect">
            <a:avLst/>
          </a:prstGeom>
        </p:spPr>
        <p:txBody>
          <a:bodyPr spcFirstLastPara="1" wrap="square" lIns="91425" tIns="91425" rIns="91425" bIns="91425" anchor="t" anchorCtr="0">
            <a:noAutofit/>
          </a:bodyPr>
          <a:lstStyle/>
          <a:p>
            <a:pPr marL="0" marR="5080" indent="0" algn="just">
              <a:lnSpc>
                <a:spcPct val="116900"/>
              </a:lnSpc>
              <a:spcBef>
                <a:spcPts val="90"/>
              </a:spcBef>
              <a:buNone/>
            </a:pPr>
            <a:r>
              <a:rPr lang="en-US" sz="1600" spc="110" dirty="0">
                <a:solidFill>
                  <a:srgbClr val="FFFFFF"/>
                </a:solidFill>
                <a:latin typeface="Times New Roman"/>
                <a:cs typeface="Times New Roman"/>
              </a:rPr>
              <a:t>The</a:t>
            </a:r>
            <a:r>
              <a:rPr lang="en-US" sz="1600" spc="285" dirty="0">
                <a:solidFill>
                  <a:srgbClr val="FFFFFF"/>
                </a:solidFill>
                <a:latin typeface="Times New Roman"/>
                <a:cs typeface="Times New Roman"/>
              </a:rPr>
              <a:t>  </a:t>
            </a:r>
            <a:r>
              <a:rPr lang="en-US" sz="1600" spc="145" dirty="0">
                <a:solidFill>
                  <a:srgbClr val="FFFFFF"/>
                </a:solidFill>
                <a:latin typeface="Times New Roman"/>
                <a:cs typeface="Times New Roman"/>
              </a:rPr>
              <a:t>project</a:t>
            </a:r>
            <a:r>
              <a:rPr lang="en-US" sz="1600" spc="285" dirty="0">
                <a:solidFill>
                  <a:srgbClr val="FFFFFF"/>
                </a:solidFill>
                <a:latin typeface="Times New Roman"/>
                <a:cs typeface="Times New Roman"/>
              </a:rPr>
              <a:t>  </a:t>
            </a:r>
            <a:r>
              <a:rPr lang="en-US" sz="1600" spc="175" dirty="0">
                <a:solidFill>
                  <a:srgbClr val="FFFFFF"/>
                </a:solidFill>
                <a:latin typeface="Times New Roman"/>
                <a:cs typeface="Times New Roman"/>
              </a:rPr>
              <a:t>has</a:t>
            </a:r>
            <a:r>
              <a:rPr lang="en-US" sz="1600" spc="285" dirty="0">
                <a:solidFill>
                  <a:srgbClr val="FFFFFF"/>
                </a:solidFill>
                <a:latin typeface="Times New Roman"/>
                <a:cs typeface="Times New Roman"/>
              </a:rPr>
              <a:t>  </a:t>
            </a:r>
            <a:r>
              <a:rPr lang="en-US" sz="1600" spc="90" dirty="0">
                <a:solidFill>
                  <a:srgbClr val="FFFFFF"/>
                </a:solidFill>
                <a:latin typeface="Times New Roman"/>
                <a:cs typeface="Times New Roman"/>
              </a:rPr>
              <a:t>successfully</a:t>
            </a:r>
            <a:r>
              <a:rPr lang="en-US" sz="1600" spc="285" dirty="0">
                <a:solidFill>
                  <a:srgbClr val="FFFFFF"/>
                </a:solidFill>
                <a:latin typeface="Times New Roman"/>
                <a:cs typeface="Times New Roman"/>
              </a:rPr>
              <a:t>  </a:t>
            </a:r>
            <a:r>
              <a:rPr lang="en-US" sz="1600" spc="165" dirty="0">
                <a:solidFill>
                  <a:srgbClr val="FFFFFF"/>
                </a:solidFill>
                <a:latin typeface="Times New Roman"/>
                <a:cs typeface="Times New Roman"/>
              </a:rPr>
              <a:t>uncovered</a:t>
            </a:r>
            <a:r>
              <a:rPr lang="en-US" sz="1600" spc="285" dirty="0">
                <a:solidFill>
                  <a:srgbClr val="FFFFFF"/>
                </a:solidFill>
                <a:latin typeface="Times New Roman"/>
                <a:cs typeface="Times New Roman"/>
              </a:rPr>
              <a:t>  </a:t>
            </a:r>
            <a:r>
              <a:rPr lang="en-US" sz="1600" spc="85" dirty="0">
                <a:solidFill>
                  <a:srgbClr val="FFFFFF"/>
                </a:solidFill>
                <a:latin typeface="Times New Roman"/>
                <a:cs typeface="Times New Roman"/>
              </a:rPr>
              <a:t>significant </a:t>
            </a:r>
            <a:r>
              <a:rPr lang="en-US" sz="1600" spc="204" dirty="0">
                <a:solidFill>
                  <a:srgbClr val="FFFFFF"/>
                </a:solidFill>
                <a:latin typeface="Times New Roman"/>
                <a:cs typeface="Times New Roman"/>
              </a:rPr>
              <a:t>trends</a:t>
            </a:r>
            <a:r>
              <a:rPr lang="en-US" sz="1600" spc="325" dirty="0">
                <a:solidFill>
                  <a:srgbClr val="FFFFFF"/>
                </a:solidFill>
                <a:latin typeface="Times New Roman"/>
                <a:cs typeface="Times New Roman"/>
              </a:rPr>
              <a:t>  </a:t>
            </a:r>
            <a:r>
              <a:rPr lang="en-US" sz="1600" spc="215" dirty="0">
                <a:solidFill>
                  <a:srgbClr val="FFFFFF"/>
                </a:solidFill>
                <a:latin typeface="Times New Roman"/>
                <a:cs typeface="Times New Roman"/>
              </a:rPr>
              <a:t>and</a:t>
            </a:r>
            <a:r>
              <a:rPr lang="en-US" sz="1600" spc="330" dirty="0">
                <a:solidFill>
                  <a:srgbClr val="FFFFFF"/>
                </a:solidFill>
                <a:latin typeface="Times New Roman"/>
                <a:cs typeface="Times New Roman"/>
              </a:rPr>
              <a:t>  </a:t>
            </a:r>
            <a:r>
              <a:rPr lang="en-US" sz="1600" spc="200" dirty="0">
                <a:solidFill>
                  <a:srgbClr val="FFFFFF"/>
                </a:solidFill>
                <a:latin typeface="Times New Roman"/>
                <a:cs typeface="Times New Roman"/>
              </a:rPr>
              <a:t>patterns</a:t>
            </a:r>
            <a:r>
              <a:rPr lang="en-US" sz="1600" spc="325" dirty="0">
                <a:solidFill>
                  <a:srgbClr val="FFFFFF"/>
                </a:solidFill>
                <a:latin typeface="Times New Roman"/>
                <a:cs typeface="Times New Roman"/>
              </a:rPr>
              <a:t>  </a:t>
            </a:r>
            <a:r>
              <a:rPr lang="en-US" sz="1600" spc="160" dirty="0">
                <a:solidFill>
                  <a:srgbClr val="FFFFFF"/>
                </a:solidFill>
                <a:latin typeface="Times New Roman"/>
                <a:cs typeface="Times New Roman"/>
              </a:rPr>
              <a:t>in</a:t>
            </a:r>
            <a:r>
              <a:rPr lang="en-US" sz="1600" spc="330" dirty="0">
                <a:solidFill>
                  <a:srgbClr val="FFFFFF"/>
                </a:solidFill>
                <a:latin typeface="Times New Roman"/>
                <a:cs typeface="Times New Roman"/>
              </a:rPr>
              <a:t>  </a:t>
            </a:r>
            <a:r>
              <a:rPr lang="en-US" sz="1600" spc="225" dirty="0">
                <a:solidFill>
                  <a:srgbClr val="FFFFFF"/>
                </a:solidFill>
                <a:latin typeface="Times New Roman"/>
                <a:cs typeface="Times New Roman"/>
              </a:rPr>
              <a:t>the</a:t>
            </a:r>
            <a:r>
              <a:rPr lang="en-US" sz="1600" spc="330" dirty="0">
                <a:solidFill>
                  <a:srgbClr val="FFFFFF"/>
                </a:solidFill>
                <a:latin typeface="Times New Roman"/>
                <a:cs typeface="Times New Roman"/>
              </a:rPr>
              <a:t>  </a:t>
            </a:r>
            <a:r>
              <a:rPr lang="en-US" sz="1600" spc="130" dirty="0">
                <a:solidFill>
                  <a:srgbClr val="FFFFFF"/>
                </a:solidFill>
                <a:latin typeface="Times New Roman"/>
                <a:cs typeface="Times New Roman"/>
              </a:rPr>
              <a:t>sales </a:t>
            </a:r>
            <a:r>
              <a:rPr lang="en-US" sz="1600" spc="75" dirty="0">
                <a:solidFill>
                  <a:srgbClr val="FFFFFF"/>
                </a:solidFill>
                <a:latin typeface="Times New Roman"/>
                <a:cs typeface="Times New Roman"/>
              </a:rPr>
              <a:t>portfolio, </a:t>
            </a:r>
            <a:r>
              <a:rPr lang="en-US" sz="1600" spc="85" dirty="0">
                <a:solidFill>
                  <a:srgbClr val="FFFFFF"/>
                </a:solidFill>
                <a:latin typeface="Times New Roman"/>
                <a:cs typeface="Times New Roman"/>
              </a:rPr>
              <a:t>offering</a:t>
            </a:r>
            <a:r>
              <a:rPr lang="en-US" sz="1600" spc="320" dirty="0">
                <a:solidFill>
                  <a:srgbClr val="FFFFFF"/>
                </a:solidFill>
                <a:latin typeface="Times New Roman"/>
                <a:cs typeface="Times New Roman"/>
              </a:rPr>
              <a:t> </a:t>
            </a:r>
            <a:r>
              <a:rPr lang="en-US" sz="1600" spc="114" dirty="0">
                <a:solidFill>
                  <a:srgbClr val="FFFFFF"/>
                </a:solidFill>
                <a:latin typeface="Times New Roman"/>
                <a:cs typeface="Times New Roman"/>
              </a:rPr>
              <a:t>actionable</a:t>
            </a:r>
            <a:r>
              <a:rPr lang="en-US" sz="1600" spc="320" dirty="0">
                <a:solidFill>
                  <a:srgbClr val="FFFFFF"/>
                </a:solidFill>
                <a:latin typeface="Times New Roman"/>
                <a:cs typeface="Times New Roman"/>
              </a:rPr>
              <a:t> </a:t>
            </a:r>
            <a:r>
              <a:rPr lang="en-US" sz="1600" spc="125" dirty="0">
                <a:solidFill>
                  <a:srgbClr val="FFFFFF"/>
                </a:solidFill>
                <a:latin typeface="Times New Roman"/>
                <a:cs typeface="Times New Roman"/>
              </a:rPr>
              <a:t>insights</a:t>
            </a:r>
            <a:r>
              <a:rPr lang="en-US" sz="1600" spc="320" dirty="0">
                <a:solidFill>
                  <a:srgbClr val="FFFFFF"/>
                </a:solidFill>
                <a:latin typeface="Times New Roman"/>
                <a:cs typeface="Times New Roman"/>
              </a:rPr>
              <a:t> </a:t>
            </a:r>
            <a:r>
              <a:rPr lang="en-US" sz="1600" spc="229" dirty="0">
                <a:solidFill>
                  <a:srgbClr val="FFFFFF"/>
                </a:solidFill>
                <a:latin typeface="Times New Roman"/>
                <a:cs typeface="Times New Roman"/>
              </a:rPr>
              <a:t>that</a:t>
            </a:r>
            <a:r>
              <a:rPr lang="en-US" sz="1600" spc="325" dirty="0">
                <a:solidFill>
                  <a:srgbClr val="FFFFFF"/>
                </a:solidFill>
                <a:latin typeface="Times New Roman"/>
                <a:cs typeface="Times New Roman"/>
              </a:rPr>
              <a:t> </a:t>
            </a:r>
            <a:r>
              <a:rPr lang="en-US" sz="1600" spc="165" dirty="0">
                <a:solidFill>
                  <a:srgbClr val="FFFFFF"/>
                </a:solidFill>
                <a:latin typeface="Times New Roman"/>
                <a:cs typeface="Times New Roman"/>
              </a:rPr>
              <a:t>can</a:t>
            </a:r>
            <a:r>
              <a:rPr lang="en-US" sz="1600" spc="320" dirty="0">
                <a:solidFill>
                  <a:srgbClr val="FFFFFF"/>
                </a:solidFill>
                <a:latin typeface="Times New Roman"/>
                <a:cs typeface="Times New Roman"/>
              </a:rPr>
              <a:t> </a:t>
            </a:r>
            <a:r>
              <a:rPr lang="en-US" sz="1600" spc="160" dirty="0">
                <a:solidFill>
                  <a:srgbClr val="FFFFFF"/>
                </a:solidFill>
                <a:latin typeface="Times New Roman"/>
                <a:cs typeface="Times New Roman"/>
              </a:rPr>
              <a:t>be</a:t>
            </a:r>
            <a:r>
              <a:rPr lang="en-US" sz="1600" spc="320" dirty="0">
                <a:solidFill>
                  <a:srgbClr val="FFFFFF"/>
                </a:solidFill>
                <a:latin typeface="Times New Roman"/>
                <a:cs typeface="Times New Roman"/>
              </a:rPr>
              <a:t> </a:t>
            </a:r>
            <a:r>
              <a:rPr lang="en-US" sz="1600" spc="185" dirty="0">
                <a:solidFill>
                  <a:srgbClr val="FFFFFF"/>
                </a:solidFill>
                <a:latin typeface="Times New Roman"/>
                <a:cs typeface="Times New Roman"/>
              </a:rPr>
              <a:t>used</a:t>
            </a:r>
            <a:r>
              <a:rPr lang="en-US" sz="1600" spc="320" dirty="0">
                <a:solidFill>
                  <a:srgbClr val="FFFFFF"/>
                </a:solidFill>
                <a:latin typeface="Times New Roman"/>
                <a:cs typeface="Times New Roman"/>
              </a:rPr>
              <a:t> </a:t>
            </a:r>
            <a:r>
              <a:rPr lang="en-US" sz="1600" spc="200" dirty="0">
                <a:solidFill>
                  <a:srgbClr val="FFFFFF"/>
                </a:solidFill>
                <a:latin typeface="Times New Roman"/>
                <a:cs typeface="Times New Roman"/>
              </a:rPr>
              <a:t>to</a:t>
            </a:r>
            <a:r>
              <a:rPr lang="en-US" sz="1600" spc="325" dirty="0">
                <a:solidFill>
                  <a:srgbClr val="FFFFFF"/>
                </a:solidFill>
                <a:latin typeface="Times New Roman"/>
                <a:cs typeface="Times New Roman"/>
              </a:rPr>
              <a:t> </a:t>
            </a:r>
            <a:r>
              <a:rPr lang="en-US" sz="1600" spc="114" dirty="0">
                <a:solidFill>
                  <a:srgbClr val="FFFFFF"/>
                </a:solidFill>
                <a:latin typeface="Times New Roman"/>
                <a:cs typeface="Times New Roman"/>
              </a:rPr>
              <a:t>refine </a:t>
            </a:r>
            <a:r>
              <a:rPr lang="en-US" sz="1600" spc="125" dirty="0">
                <a:solidFill>
                  <a:srgbClr val="FFFFFF"/>
                </a:solidFill>
                <a:latin typeface="Times New Roman"/>
                <a:cs typeface="Times New Roman"/>
              </a:rPr>
              <a:t>sales</a:t>
            </a:r>
            <a:r>
              <a:rPr lang="en-US" sz="1600" spc="300" dirty="0">
                <a:solidFill>
                  <a:srgbClr val="FFFFFF"/>
                </a:solidFill>
                <a:latin typeface="Times New Roman"/>
                <a:cs typeface="Times New Roman"/>
              </a:rPr>
              <a:t>  </a:t>
            </a:r>
            <a:r>
              <a:rPr lang="en-US" sz="1600" spc="114" dirty="0">
                <a:solidFill>
                  <a:srgbClr val="FFFFFF"/>
                </a:solidFill>
                <a:latin typeface="Times New Roman"/>
                <a:cs typeface="Times New Roman"/>
              </a:rPr>
              <a:t>strategies,</a:t>
            </a:r>
            <a:r>
              <a:rPr lang="en-US" sz="1600" spc="300" dirty="0">
                <a:solidFill>
                  <a:srgbClr val="FFFFFF"/>
                </a:solidFill>
                <a:latin typeface="Times New Roman"/>
                <a:cs typeface="Times New Roman"/>
              </a:rPr>
              <a:t>  </a:t>
            </a:r>
            <a:r>
              <a:rPr lang="en-US" sz="1600" spc="175" dirty="0">
                <a:solidFill>
                  <a:srgbClr val="FFFFFF"/>
                </a:solidFill>
                <a:latin typeface="Times New Roman"/>
                <a:cs typeface="Times New Roman"/>
              </a:rPr>
              <a:t>identify the sales trends</a:t>
            </a:r>
            <a:r>
              <a:rPr lang="en-US" sz="1600" spc="170" dirty="0">
                <a:solidFill>
                  <a:srgbClr val="FFFFFF"/>
                </a:solidFill>
                <a:latin typeface="Times New Roman"/>
                <a:cs typeface="Times New Roman"/>
              </a:rPr>
              <a:t>,</a:t>
            </a:r>
            <a:r>
              <a:rPr lang="en-US" sz="1600" spc="305" dirty="0">
                <a:solidFill>
                  <a:srgbClr val="FFFFFF"/>
                </a:solidFill>
                <a:latin typeface="Times New Roman"/>
                <a:cs typeface="Times New Roman"/>
              </a:rPr>
              <a:t>  </a:t>
            </a:r>
            <a:r>
              <a:rPr lang="en-US" sz="1600" spc="190" dirty="0">
                <a:solidFill>
                  <a:srgbClr val="FFFFFF"/>
                </a:solidFill>
                <a:latin typeface="Times New Roman"/>
                <a:cs typeface="Times New Roman"/>
              </a:rPr>
              <a:t>and </a:t>
            </a:r>
            <a:r>
              <a:rPr lang="en-US" sz="1600" spc="160" dirty="0">
                <a:solidFill>
                  <a:srgbClr val="FFFFFF"/>
                </a:solidFill>
                <a:latin typeface="Times New Roman"/>
                <a:cs typeface="Times New Roman"/>
              </a:rPr>
              <a:t>improve</a:t>
            </a:r>
            <a:r>
              <a:rPr lang="en-US" sz="1600" spc="-80" dirty="0">
                <a:solidFill>
                  <a:srgbClr val="FFFFFF"/>
                </a:solidFill>
                <a:latin typeface="Times New Roman"/>
                <a:cs typeface="Times New Roman"/>
              </a:rPr>
              <a:t> </a:t>
            </a:r>
            <a:r>
              <a:rPr lang="en-US" sz="1600" spc="180" dirty="0">
                <a:solidFill>
                  <a:srgbClr val="FFFFFF"/>
                </a:solidFill>
                <a:latin typeface="Times New Roman"/>
                <a:cs typeface="Times New Roman"/>
              </a:rPr>
              <a:t>customer</a:t>
            </a:r>
            <a:r>
              <a:rPr lang="en-US" sz="1600" spc="-75" dirty="0">
                <a:solidFill>
                  <a:srgbClr val="FFFFFF"/>
                </a:solidFill>
                <a:latin typeface="Times New Roman"/>
                <a:cs typeface="Times New Roman"/>
              </a:rPr>
              <a:t> </a:t>
            </a:r>
            <a:r>
              <a:rPr lang="en-US" sz="1600" spc="114" dirty="0">
                <a:solidFill>
                  <a:srgbClr val="FFFFFF"/>
                </a:solidFill>
                <a:latin typeface="Times New Roman"/>
                <a:cs typeface="Times New Roman"/>
              </a:rPr>
              <a:t>targeting.</a:t>
            </a:r>
            <a:r>
              <a:rPr lang="en-US" sz="1600" spc="-80" dirty="0">
                <a:solidFill>
                  <a:srgbClr val="FFFFFF"/>
                </a:solidFill>
                <a:latin typeface="Times New Roman"/>
                <a:cs typeface="Times New Roman"/>
              </a:rPr>
              <a:t> </a:t>
            </a:r>
            <a:r>
              <a:rPr lang="en-US" sz="1600" spc="110" dirty="0">
                <a:solidFill>
                  <a:srgbClr val="FFFFFF"/>
                </a:solidFill>
                <a:latin typeface="Times New Roman"/>
                <a:cs typeface="Times New Roman"/>
              </a:rPr>
              <a:t>The</a:t>
            </a:r>
            <a:r>
              <a:rPr lang="en-US" sz="1600" spc="-75" dirty="0">
                <a:solidFill>
                  <a:srgbClr val="FFFFFF"/>
                </a:solidFill>
                <a:latin typeface="Times New Roman"/>
                <a:cs typeface="Times New Roman"/>
              </a:rPr>
              <a:t> </a:t>
            </a:r>
            <a:r>
              <a:rPr lang="en-US" sz="1600" spc="180" dirty="0">
                <a:solidFill>
                  <a:srgbClr val="FFFFFF"/>
                </a:solidFill>
                <a:latin typeface="Times New Roman"/>
                <a:cs typeface="Times New Roman"/>
              </a:rPr>
              <a:t>use</a:t>
            </a:r>
            <a:r>
              <a:rPr lang="en-US" sz="1600" spc="-80" dirty="0">
                <a:solidFill>
                  <a:srgbClr val="FFFFFF"/>
                </a:solidFill>
                <a:latin typeface="Times New Roman"/>
                <a:cs typeface="Times New Roman"/>
              </a:rPr>
              <a:t> </a:t>
            </a:r>
            <a:r>
              <a:rPr lang="en-US" sz="1600" spc="60" dirty="0">
                <a:solidFill>
                  <a:srgbClr val="FFFFFF"/>
                </a:solidFill>
                <a:latin typeface="Times New Roman"/>
                <a:cs typeface="Times New Roman"/>
              </a:rPr>
              <a:t>of</a:t>
            </a:r>
            <a:r>
              <a:rPr lang="en-US" sz="1600" spc="-75" dirty="0">
                <a:solidFill>
                  <a:srgbClr val="FFFFFF"/>
                </a:solidFill>
                <a:latin typeface="Times New Roman"/>
                <a:cs typeface="Times New Roman"/>
              </a:rPr>
              <a:t> </a:t>
            </a:r>
            <a:r>
              <a:rPr lang="en-US" sz="1600" spc="110" dirty="0">
                <a:solidFill>
                  <a:srgbClr val="FFFFFF"/>
                </a:solidFill>
                <a:latin typeface="Times New Roman"/>
                <a:cs typeface="Times New Roman"/>
              </a:rPr>
              <a:t>tools</a:t>
            </a:r>
            <a:r>
              <a:rPr lang="en-US" sz="1600" spc="-80" dirty="0">
                <a:solidFill>
                  <a:srgbClr val="FFFFFF"/>
                </a:solidFill>
                <a:latin typeface="Times New Roman"/>
                <a:cs typeface="Times New Roman"/>
              </a:rPr>
              <a:t> </a:t>
            </a:r>
            <a:r>
              <a:rPr lang="en-US" sz="1600" spc="75" dirty="0">
                <a:solidFill>
                  <a:srgbClr val="FFFFFF"/>
                </a:solidFill>
                <a:latin typeface="Times New Roman"/>
                <a:cs typeface="Times New Roman"/>
              </a:rPr>
              <a:t>like</a:t>
            </a:r>
            <a:r>
              <a:rPr lang="en-US" sz="1600" spc="-75" dirty="0">
                <a:solidFill>
                  <a:srgbClr val="FFFFFF"/>
                </a:solidFill>
                <a:latin typeface="Times New Roman"/>
                <a:cs typeface="Times New Roman"/>
              </a:rPr>
              <a:t> </a:t>
            </a:r>
            <a:r>
              <a:rPr lang="en-US" sz="1600" spc="-10" dirty="0">
                <a:solidFill>
                  <a:srgbClr val="FFD017"/>
                </a:solidFill>
                <a:latin typeface="Times New Roman"/>
                <a:cs typeface="Times New Roman"/>
              </a:rPr>
              <a:t>Excel, </a:t>
            </a:r>
            <a:r>
              <a:rPr lang="en-US" sz="1600" spc="75" dirty="0">
                <a:solidFill>
                  <a:srgbClr val="FFD017"/>
                </a:solidFill>
                <a:latin typeface="Times New Roman"/>
                <a:cs typeface="Times New Roman"/>
              </a:rPr>
              <a:t>Tableau,</a:t>
            </a:r>
            <a:r>
              <a:rPr lang="en-US" sz="1600" spc="380" dirty="0">
                <a:solidFill>
                  <a:srgbClr val="FFD017"/>
                </a:solidFill>
                <a:latin typeface="Times New Roman"/>
                <a:cs typeface="Times New Roman"/>
              </a:rPr>
              <a:t> </a:t>
            </a:r>
            <a:r>
              <a:rPr lang="en-US" sz="1600" spc="155" dirty="0">
                <a:solidFill>
                  <a:srgbClr val="FFD017"/>
                </a:solidFill>
                <a:latin typeface="Times New Roman"/>
                <a:cs typeface="Times New Roman"/>
              </a:rPr>
              <a:t>Power</a:t>
            </a:r>
            <a:r>
              <a:rPr lang="en-US" sz="1600" spc="380" dirty="0">
                <a:solidFill>
                  <a:srgbClr val="FFD017"/>
                </a:solidFill>
                <a:latin typeface="Times New Roman"/>
                <a:cs typeface="Times New Roman"/>
              </a:rPr>
              <a:t> </a:t>
            </a:r>
            <a:r>
              <a:rPr lang="en-US" sz="1600" dirty="0">
                <a:solidFill>
                  <a:srgbClr val="FFD017"/>
                </a:solidFill>
                <a:latin typeface="Times New Roman"/>
                <a:cs typeface="Times New Roman"/>
              </a:rPr>
              <a:t>BI,</a:t>
            </a:r>
            <a:r>
              <a:rPr lang="en-US" sz="1600" spc="385" dirty="0">
                <a:solidFill>
                  <a:srgbClr val="FFD017"/>
                </a:solidFill>
                <a:latin typeface="Times New Roman"/>
                <a:cs typeface="Times New Roman"/>
              </a:rPr>
              <a:t> </a:t>
            </a:r>
            <a:r>
              <a:rPr lang="en-US" sz="1600" spc="215" dirty="0">
                <a:solidFill>
                  <a:srgbClr val="FFD017"/>
                </a:solidFill>
                <a:latin typeface="Times New Roman"/>
                <a:cs typeface="Times New Roman"/>
              </a:rPr>
              <a:t>and</a:t>
            </a:r>
            <a:r>
              <a:rPr lang="en-US" sz="1600" spc="380" dirty="0">
                <a:solidFill>
                  <a:srgbClr val="FFD017"/>
                </a:solidFill>
                <a:latin typeface="Times New Roman"/>
                <a:cs typeface="Times New Roman"/>
              </a:rPr>
              <a:t> </a:t>
            </a:r>
            <a:r>
              <a:rPr lang="en-US" sz="1600" dirty="0">
                <a:solidFill>
                  <a:srgbClr val="FFD017"/>
                </a:solidFill>
                <a:latin typeface="Times New Roman"/>
                <a:cs typeface="Times New Roman"/>
              </a:rPr>
              <a:t>SQL</a:t>
            </a:r>
            <a:r>
              <a:rPr lang="en-US" sz="1600" spc="385" dirty="0">
                <a:solidFill>
                  <a:srgbClr val="FFD017"/>
                </a:solidFill>
                <a:latin typeface="Times New Roman"/>
                <a:cs typeface="Times New Roman"/>
              </a:rPr>
              <a:t> </a:t>
            </a:r>
            <a:r>
              <a:rPr lang="en-US" sz="1600" spc="155" dirty="0">
                <a:solidFill>
                  <a:srgbClr val="FFFFFF"/>
                </a:solidFill>
                <a:latin typeface="Times New Roman"/>
                <a:cs typeface="Times New Roman"/>
              </a:rPr>
              <a:t>was</a:t>
            </a:r>
            <a:r>
              <a:rPr lang="en-US" sz="1600" spc="380" dirty="0">
                <a:solidFill>
                  <a:srgbClr val="FFFFFF"/>
                </a:solidFill>
                <a:latin typeface="Times New Roman"/>
                <a:cs typeface="Times New Roman"/>
              </a:rPr>
              <a:t> </a:t>
            </a:r>
            <a:r>
              <a:rPr lang="en-US" sz="1600" spc="90" dirty="0">
                <a:solidFill>
                  <a:srgbClr val="FFFFFF"/>
                </a:solidFill>
                <a:latin typeface="Times New Roman"/>
                <a:cs typeface="Times New Roman"/>
              </a:rPr>
              <a:t>critical</a:t>
            </a:r>
            <a:r>
              <a:rPr lang="en-US" sz="1600" spc="380" dirty="0">
                <a:solidFill>
                  <a:srgbClr val="FFFFFF"/>
                </a:solidFill>
                <a:latin typeface="Times New Roman"/>
                <a:cs typeface="Times New Roman"/>
              </a:rPr>
              <a:t> </a:t>
            </a:r>
            <a:r>
              <a:rPr lang="en-US" sz="1600" spc="160" dirty="0">
                <a:solidFill>
                  <a:srgbClr val="FFFFFF"/>
                </a:solidFill>
                <a:latin typeface="Times New Roman"/>
                <a:cs typeface="Times New Roman"/>
              </a:rPr>
              <a:t>in</a:t>
            </a:r>
            <a:r>
              <a:rPr lang="en-US" sz="1600" spc="385" dirty="0">
                <a:solidFill>
                  <a:srgbClr val="FFFFFF"/>
                </a:solidFill>
                <a:latin typeface="Times New Roman"/>
                <a:cs typeface="Times New Roman"/>
              </a:rPr>
              <a:t> </a:t>
            </a:r>
            <a:r>
              <a:rPr lang="en-US" sz="1600" spc="150" dirty="0">
                <a:solidFill>
                  <a:srgbClr val="FFFFFF"/>
                </a:solidFill>
                <a:latin typeface="Times New Roman"/>
                <a:cs typeface="Times New Roman"/>
              </a:rPr>
              <a:t>preparing </a:t>
            </a:r>
            <a:r>
              <a:rPr lang="en-US" sz="1600" spc="155" dirty="0">
                <a:solidFill>
                  <a:srgbClr val="FFFFFF"/>
                </a:solidFill>
                <a:latin typeface="Times New Roman"/>
                <a:cs typeface="Times New Roman"/>
              </a:rPr>
              <a:t>comprehensive</a:t>
            </a:r>
            <a:r>
              <a:rPr lang="en-US" sz="1600" spc="295" dirty="0">
                <a:solidFill>
                  <a:srgbClr val="FFFFFF"/>
                </a:solidFill>
                <a:latin typeface="Times New Roman"/>
                <a:cs typeface="Times New Roman"/>
              </a:rPr>
              <a:t>  </a:t>
            </a:r>
            <a:r>
              <a:rPr lang="en-US" sz="1600" spc="160" dirty="0">
                <a:solidFill>
                  <a:srgbClr val="FFFFFF"/>
                </a:solidFill>
                <a:latin typeface="Times New Roman"/>
                <a:cs typeface="Times New Roman"/>
              </a:rPr>
              <a:t>dashboards</a:t>
            </a:r>
            <a:r>
              <a:rPr lang="en-US" sz="1600" spc="295" dirty="0">
                <a:solidFill>
                  <a:srgbClr val="FFFFFF"/>
                </a:solidFill>
                <a:latin typeface="Times New Roman"/>
                <a:cs typeface="Times New Roman"/>
              </a:rPr>
              <a:t>  </a:t>
            </a:r>
            <a:r>
              <a:rPr lang="en-US" sz="1600" spc="229" dirty="0">
                <a:solidFill>
                  <a:srgbClr val="FFFFFF"/>
                </a:solidFill>
                <a:latin typeface="Times New Roman"/>
                <a:cs typeface="Times New Roman"/>
              </a:rPr>
              <a:t>that</a:t>
            </a:r>
            <a:r>
              <a:rPr lang="en-US" sz="1600" spc="295" dirty="0">
                <a:solidFill>
                  <a:srgbClr val="FFFFFF"/>
                </a:solidFill>
                <a:latin typeface="Times New Roman"/>
                <a:cs typeface="Times New Roman"/>
              </a:rPr>
              <a:t>  </a:t>
            </a:r>
            <a:r>
              <a:rPr lang="en-US" sz="1600" spc="90" dirty="0">
                <a:solidFill>
                  <a:srgbClr val="FFFFFF"/>
                </a:solidFill>
                <a:latin typeface="Times New Roman"/>
                <a:cs typeface="Times New Roman"/>
              </a:rPr>
              <a:t>facilitate</a:t>
            </a:r>
            <a:r>
              <a:rPr lang="en-US" sz="1600" spc="295" dirty="0">
                <a:solidFill>
                  <a:srgbClr val="FFFFFF"/>
                </a:solidFill>
                <a:latin typeface="Times New Roman"/>
                <a:cs typeface="Times New Roman"/>
              </a:rPr>
              <a:t>  </a:t>
            </a:r>
            <a:r>
              <a:rPr lang="en-US" sz="1600" spc="145" dirty="0">
                <a:solidFill>
                  <a:srgbClr val="FFFFFF"/>
                </a:solidFill>
                <a:latin typeface="Times New Roman"/>
                <a:cs typeface="Times New Roman"/>
              </a:rPr>
              <a:t>informed </a:t>
            </a:r>
            <a:r>
              <a:rPr lang="en-US" sz="1600" spc="100" dirty="0">
                <a:solidFill>
                  <a:srgbClr val="FFFFFF"/>
                </a:solidFill>
                <a:latin typeface="Times New Roman"/>
                <a:cs typeface="Times New Roman"/>
              </a:rPr>
              <a:t>decision-making.</a:t>
            </a:r>
            <a:endParaRPr lang="en-US" sz="1600" dirty="0">
              <a:latin typeface="Times New Roman"/>
              <a:cs typeface="Times New Roman"/>
            </a:endParaRPr>
          </a:p>
        </p:txBody>
      </p:sp>
      <p:sp>
        <p:nvSpPr>
          <p:cNvPr id="144" name="Google Shape;144;p16">
            <a:extLst>
              <a:ext uri="{FF2B5EF4-FFF2-40B4-BE49-F238E27FC236}">
                <a16:creationId xmlns:a16="http://schemas.microsoft.com/office/drawing/2014/main" id="{6DDDD5CC-D719-6A52-ABFB-C7273981DE0B}"/>
              </a:ext>
            </a:extLst>
          </p:cNvPr>
          <p:cNvSpPr/>
          <p:nvPr/>
        </p:nvSpPr>
        <p:spPr>
          <a:xfrm>
            <a:off x="7546751" y="940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a:extLst>
              <a:ext uri="{FF2B5EF4-FFF2-40B4-BE49-F238E27FC236}">
                <a16:creationId xmlns:a16="http://schemas.microsoft.com/office/drawing/2014/main" id="{218E31B7-3D50-5CB3-5A1F-ECB6EC63ADB3}"/>
              </a:ext>
            </a:extLst>
          </p:cNvPr>
          <p:cNvSpPr/>
          <p:nvPr/>
        </p:nvSpPr>
        <p:spPr>
          <a:xfrm>
            <a:off x="7093638" y="83253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a:extLst>
              <a:ext uri="{FF2B5EF4-FFF2-40B4-BE49-F238E27FC236}">
                <a16:creationId xmlns:a16="http://schemas.microsoft.com/office/drawing/2014/main" id="{E333214E-A4A5-05CE-4650-376EEE2D5543}"/>
              </a:ext>
            </a:extLst>
          </p:cNvPr>
          <p:cNvSpPr/>
          <p:nvPr/>
        </p:nvSpPr>
        <p:spPr>
          <a:xfrm rot="-1685758">
            <a:off x="8328153" y="13340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a:extLst>
              <a:ext uri="{FF2B5EF4-FFF2-40B4-BE49-F238E27FC236}">
                <a16:creationId xmlns:a16="http://schemas.microsoft.com/office/drawing/2014/main" id="{6908784F-0119-C564-2260-44B7D150A5A5}"/>
              </a:ext>
            </a:extLst>
          </p:cNvPr>
          <p:cNvSpPr/>
          <p:nvPr/>
        </p:nvSpPr>
        <p:spPr>
          <a:xfrm>
            <a:off x="8104063" y="72696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16">
            <a:extLst>
              <a:ext uri="{FF2B5EF4-FFF2-40B4-BE49-F238E27FC236}">
                <a16:creationId xmlns:a16="http://schemas.microsoft.com/office/drawing/2014/main" id="{CE050192-0F80-E96E-195C-93B4134F8F20}"/>
              </a:ext>
            </a:extLst>
          </p:cNvPr>
          <p:cNvGrpSpPr/>
          <p:nvPr/>
        </p:nvGrpSpPr>
        <p:grpSpPr>
          <a:xfrm>
            <a:off x="7862872" y="3134764"/>
            <a:ext cx="695830" cy="243805"/>
            <a:chOff x="2271950" y="2722775"/>
            <a:chExt cx="575875" cy="201775"/>
          </a:xfrm>
        </p:grpSpPr>
        <p:sp>
          <p:nvSpPr>
            <p:cNvPr id="149" name="Google Shape;149;p16">
              <a:extLst>
                <a:ext uri="{FF2B5EF4-FFF2-40B4-BE49-F238E27FC236}">
                  <a16:creationId xmlns:a16="http://schemas.microsoft.com/office/drawing/2014/main" id="{FC3B24F6-CED0-7581-FC62-E8767A42E74A}"/>
                </a:ext>
              </a:extLst>
            </p:cNvPr>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a:extLst>
                <a:ext uri="{FF2B5EF4-FFF2-40B4-BE49-F238E27FC236}">
                  <a16:creationId xmlns:a16="http://schemas.microsoft.com/office/drawing/2014/main" id="{2797537E-2E55-0EDC-E08D-C99BDDB4F5B1}"/>
                </a:ext>
              </a:extLst>
            </p:cNvPr>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a:extLst>
                <a:ext uri="{FF2B5EF4-FFF2-40B4-BE49-F238E27FC236}">
                  <a16:creationId xmlns:a16="http://schemas.microsoft.com/office/drawing/2014/main" id="{0A65FE7E-CEA5-AC3A-23D8-93F713BA54FB}"/>
                </a:ext>
              </a:extLst>
            </p:cNvPr>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a:extLst>
                <a:ext uri="{FF2B5EF4-FFF2-40B4-BE49-F238E27FC236}">
                  <a16:creationId xmlns:a16="http://schemas.microsoft.com/office/drawing/2014/main" id="{7547F4FD-05D5-A35B-337D-CF16572F3C3A}"/>
                </a:ext>
              </a:extLst>
            </p:cNvPr>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a:extLst>
                <a:ext uri="{FF2B5EF4-FFF2-40B4-BE49-F238E27FC236}">
                  <a16:creationId xmlns:a16="http://schemas.microsoft.com/office/drawing/2014/main" id="{0D5B49C8-428D-5883-0A45-88BF80486E33}"/>
                </a:ext>
              </a:extLst>
            </p:cNvPr>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6">
            <a:extLst>
              <a:ext uri="{FF2B5EF4-FFF2-40B4-BE49-F238E27FC236}">
                <a16:creationId xmlns:a16="http://schemas.microsoft.com/office/drawing/2014/main" id="{315E3842-1EF6-2534-A74A-F37C55B6A840}"/>
              </a:ext>
            </a:extLst>
          </p:cNvPr>
          <p:cNvSpPr/>
          <p:nvPr/>
        </p:nvSpPr>
        <p:spPr>
          <a:xfrm rot="7201932">
            <a:off x="8171962" y="1678403"/>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a:extLst>
              <a:ext uri="{FF2B5EF4-FFF2-40B4-BE49-F238E27FC236}">
                <a16:creationId xmlns:a16="http://schemas.microsoft.com/office/drawing/2014/main" id="{63C69B23-3D57-AF2F-8214-C7E6C63C5AF0}"/>
              </a:ext>
            </a:extLst>
          </p:cNvPr>
          <p:cNvSpPr/>
          <p:nvPr/>
        </p:nvSpPr>
        <p:spPr>
          <a:xfrm rot="7198898">
            <a:off x="7394787" y="21615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a:extLst>
              <a:ext uri="{FF2B5EF4-FFF2-40B4-BE49-F238E27FC236}">
                <a16:creationId xmlns:a16="http://schemas.microsoft.com/office/drawing/2014/main" id="{18A7F6BD-9D18-39A9-EBC7-68D58F1E754A}"/>
              </a:ext>
            </a:extLst>
          </p:cNvPr>
          <p:cNvSpPr/>
          <p:nvPr/>
        </p:nvSpPr>
        <p:spPr>
          <a:xfrm rot="-1685758">
            <a:off x="7153853" y="16955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a:extLst>
              <a:ext uri="{FF2B5EF4-FFF2-40B4-BE49-F238E27FC236}">
                <a16:creationId xmlns:a16="http://schemas.microsoft.com/office/drawing/2014/main" id="{9444A093-0658-C84D-E8F2-0B6E6DD99954}"/>
              </a:ext>
            </a:extLst>
          </p:cNvPr>
          <p:cNvSpPr/>
          <p:nvPr/>
        </p:nvSpPr>
        <p:spPr>
          <a:xfrm>
            <a:off x="7513458" y="1607050"/>
            <a:ext cx="301803" cy="301803"/>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a:extLst>
              <a:ext uri="{FF2B5EF4-FFF2-40B4-BE49-F238E27FC236}">
                <a16:creationId xmlns:a16="http://schemas.microsoft.com/office/drawing/2014/main" id="{9233066E-5B3E-47B7-074E-3326A0D71FD8}"/>
              </a:ext>
            </a:extLst>
          </p:cNvPr>
          <p:cNvSpPr/>
          <p:nvPr/>
        </p:nvSpPr>
        <p:spPr>
          <a:xfrm>
            <a:off x="8317494" y="2456017"/>
            <a:ext cx="107827" cy="10781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4523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10D614CC-94B3-CF90-040C-D74100B088C6}"/>
            </a:ext>
          </a:extLst>
        </p:cNvPr>
        <p:cNvGrpSpPr/>
        <p:nvPr/>
      </p:nvGrpSpPr>
      <p:grpSpPr>
        <a:xfrm>
          <a:off x="0" y="0"/>
          <a:ext cx="0" cy="0"/>
          <a:chOff x="0" y="0"/>
          <a:chExt cx="0" cy="0"/>
        </a:xfrm>
      </p:grpSpPr>
      <p:sp>
        <p:nvSpPr>
          <p:cNvPr id="144" name="Google Shape;144;p16">
            <a:extLst>
              <a:ext uri="{FF2B5EF4-FFF2-40B4-BE49-F238E27FC236}">
                <a16:creationId xmlns:a16="http://schemas.microsoft.com/office/drawing/2014/main" id="{193E32F7-124C-2DAF-B17B-B59D143EA683}"/>
              </a:ext>
            </a:extLst>
          </p:cNvPr>
          <p:cNvSpPr/>
          <p:nvPr/>
        </p:nvSpPr>
        <p:spPr>
          <a:xfrm>
            <a:off x="7546751" y="940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a:extLst>
              <a:ext uri="{FF2B5EF4-FFF2-40B4-BE49-F238E27FC236}">
                <a16:creationId xmlns:a16="http://schemas.microsoft.com/office/drawing/2014/main" id="{268A355B-C3EC-88C5-6F59-785BB51393F6}"/>
              </a:ext>
            </a:extLst>
          </p:cNvPr>
          <p:cNvSpPr/>
          <p:nvPr/>
        </p:nvSpPr>
        <p:spPr>
          <a:xfrm>
            <a:off x="7093638" y="83253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a:extLst>
              <a:ext uri="{FF2B5EF4-FFF2-40B4-BE49-F238E27FC236}">
                <a16:creationId xmlns:a16="http://schemas.microsoft.com/office/drawing/2014/main" id="{1B34050D-0F25-F50D-2A11-F5697E273906}"/>
              </a:ext>
            </a:extLst>
          </p:cNvPr>
          <p:cNvSpPr/>
          <p:nvPr/>
        </p:nvSpPr>
        <p:spPr>
          <a:xfrm rot="-1685758">
            <a:off x="8328153" y="13340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a:extLst>
              <a:ext uri="{FF2B5EF4-FFF2-40B4-BE49-F238E27FC236}">
                <a16:creationId xmlns:a16="http://schemas.microsoft.com/office/drawing/2014/main" id="{B52E7FC4-4FE3-3B5D-8927-FFDFD994B18B}"/>
              </a:ext>
            </a:extLst>
          </p:cNvPr>
          <p:cNvSpPr/>
          <p:nvPr/>
        </p:nvSpPr>
        <p:spPr>
          <a:xfrm>
            <a:off x="8104063" y="72696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16">
            <a:extLst>
              <a:ext uri="{FF2B5EF4-FFF2-40B4-BE49-F238E27FC236}">
                <a16:creationId xmlns:a16="http://schemas.microsoft.com/office/drawing/2014/main" id="{54FA63C9-71D6-E858-BD1B-5D8C8270CEAA}"/>
              </a:ext>
            </a:extLst>
          </p:cNvPr>
          <p:cNvGrpSpPr/>
          <p:nvPr/>
        </p:nvGrpSpPr>
        <p:grpSpPr>
          <a:xfrm>
            <a:off x="7862872" y="3134764"/>
            <a:ext cx="695830" cy="243805"/>
            <a:chOff x="2271950" y="2722775"/>
            <a:chExt cx="575875" cy="201775"/>
          </a:xfrm>
        </p:grpSpPr>
        <p:sp>
          <p:nvSpPr>
            <p:cNvPr id="149" name="Google Shape;149;p16">
              <a:extLst>
                <a:ext uri="{FF2B5EF4-FFF2-40B4-BE49-F238E27FC236}">
                  <a16:creationId xmlns:a16="http://schemas.microsoft.com/office/drawing/2014/main" id="{44BB62FD-B706-D904-417B-3F18819B8D0F}"/>
                </a:ext>
              </a:extLst>
            </p:cNvPr>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a:extLst>
                <a:ext uri="{FF2B5EF4-FFF2-40B4-BE49-F238E27FC236}">
                  <a16:creationId xmlns:a16="http://schemas.microsoft.com/office/drawing/2014/main" id="{A9915272-73F9-E351-E67C-E86ED1E4B873}"/>
                </a:ext>
              </a:extLst>
            </p:cNvPr>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a:extLst>
                <a:ext uri="{FF2B5EF4-FFF2-40B4-BE49-F238E27FC236}">
                  <a16:creationId xmlns:a16="http://schemas.microsoft.com/office/drawing/2014/main" id="{5767C278-E470-2638-339B-F13F75710CE5}"/>
                </a:ext>
              </a:extLst>
            </p:cNvPr>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a:extLst>
                <a:ext uri="{FF2B5EF4-FFF2-40B4-BE49-F238E27FC236}">
                  <a16:creationId xmlns:a16="http://schemas.microsoft.com/office/drawing/2014/main" id="{022A3B8D-607F-469F-9D46-5BBB42B04F2D}"/>
                </a:ext>
              </a:extLst>
            </p:cNvPr>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6">
              <a:extLst>
                <a:ext uri="{FF2B5EF4-FFF2-40B4-BE49-F238E27FC236}">
                  <a16:creationId xmlns:a16="http://schemas.microsoft.com/office/drawing/2014/main" id="{65E01C2C-8D2C-E182-265B-8A2808397918}"/>
                </a:ext>
              </a:extLst>
            </p:cNvPr>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16">
            <a:extLst>
              <a:ext uri="{FF2B5EF4-FFF2-40B4-BE49-F238E27FC236}">
                <a16:creationId xmlns:a16="http://schemas.microsoft.com/office/drawing/2014/main" id="{9D3FCC11-75B8-D322-13E7-0E4D2FA8DDD4}"/>
              </a:ext>
            </a:extLst>
          </p:cNvPr>
          <p:cNvSpPr/>
          <p:nvPr/>
        </p:nvSpPr>
        <p:spPr>
          <a:xfrm rot="7201932">
            <a:off x="8171962" y="1678403"/>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a:extLst>
              <a:ext uri="{FF2B5EF4-FFF2-40B4-BE49-F238E27FC236}">
                <a16:creationId xmlns:a16="http://schemas.microsoft.com/office/drawing/2014/main" id="{FC15D9D1-53D8-FE0B-E98F-C880CE87E688}"/>
              </a:ext>
            </a:extLst>
          </p:cNvPr>
          <p:cNvSpPr/>
          <p:nvPr/>
        </p:nvSpPr>
        <p:spPr>
          <a:xfrm rot="7198898">
            <a:off x="7394787" y="21615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a:extLst>
              <a:ext uri="{FF2B5EF4-FFF2-40B4-BE49-F238E27FC236}">
                <a16:creationId xmlns:a16="http://schemas.microsoft.com/office/drawing/2014/main" id="{AB761A05-1593-C62C-45E2-4C3385C02537}"/>
              </a:ext>
            </a:extLst>
          </p:cNvPr>
          <p:cNvSpPr/>
          <p:nvPr/>
        </p:nvSpPr>
        <p:spPr>
          <a:xfrm rot="-1685758">
            <a:off x="7153853" y="16955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a:extLst>
              <a:ext uri="{FF2B5EF4-FFF2-40B4-BE49-F238E27FC236}">
                <a16:creationId xmlns:a16="http://schemas.microsoft.com/office/drawing/2014/main" id="{5C78EE16-6EC0-3977-E514-E9F7BA735D9F}"/>
              </a:ext>
            </a:extLst>
          </p:cNvPr>
          <p:cNvSpPr/>
          <p:nvPr/>
        </p:nvSpPr>
        <p:spPr>
          <a:xfrm>
            <a:off x="7513458" y="1607050"/>
            <a:ext cx="301803" cy="301803"/>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a:extLst>
              <a:ext uri="{FF2B5EF4-FFF2-40B4-BE49-F238E27FC236}">
                <a16:creationId xmlns:a16="http://schemas.microsoft.com/office/drawing/2014/main" id="{8B0CC66B-D5DE-3D15-CF0F-40AFA529A975}"/>
              </a:ext>
            </a:extLst>
          </p:cNvPr>
          <p:cNvSpPr/>
          <p:nvPr/>
        </p:nvSpPr>
        <p:spPr>
          <a:xfrm>
            <a:off x="8317494" y="2456017"/>
            <a:ext cx="107827" cy="10781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3AE6CE05-3525-2967-B191-9BA9ACEFF0BE}"/>
              </a:ext>
            </a:extLst>
          </p:cNvPr>
          <p:cNvSpPr>
            <a:spLocks noGrp="1"/>
          </p:cNvSpPr>
          <p:nvPr>
            <p:ph type="title"/>
          </p:nvPr>
        </p:nvSpPr>
        <p:spPr>
          <a:xfrm>
            <a:off x="959840" y="1733530"/>
            <a:ext cx="4675243" cy="2549300"/>
          </a:xfrm>
        </p:spPr>
        <p:txBody>
          <a:bodyPr/>
          <a:lstStyle/>
          <a:p>
            <a:pPr algn="ctr"/>
            <a:r>
              <a:rPr lang="en-US" sz="9600" dirty="0">
                <a:solidFill>
                  <a:schemeClr val="tx2"/>
                </a:solidFill>
                <a:effectLst>
                  <a:outerShdw blurRad="38100" dist="38100" dir="2700000" algn="tl">
                    <a:srgbClr val="000000">
                      <a:alpha val="43137"/>
                    </a:srgbClr>
                  </a:outerShdw>
                </a:effectLst>
              </a:rPr>
              <a:t>Thank you</a:t>
            </a:r>
          </a:p>
        </p:txBody>
      </p:sp>
    </p:spTree>
    <p:extLst>
      <p:ext uri="{BB962C8B-B14F-4D97-AF65-F5344CB8AC3E}">
        <p14:creationId xmlns:p14="http://schemas.microsoft.com/office/powerpoint/2010/main" val="2850029293"/>
      </p:ext>
    </p:extLst>
  </p:cSld>
  <p:clrMapOvr>
    <a:masterClrMapping/>
  </p:clrMapOvr>
</p:sld>
</file>

<file path=ppt/theme/theme1.xml><?xml version="1.0" encoding="utf-8"?>
<a:theme xmlns:a="http://schemas.openxmlformats.org/drawingml/2006/main" name=" Data Analysis for Business Infographics by Slidesgo">
  <a:themeElements>
    <a:clrScheme name="Simple Light">
      <a:dk1>
        <a:srgbClr val="FFFFFF"/>
      </a:dk1>
      <a:lt1>
        <a:srgbClr val="0E166C"/>
      </a:lt1>
      <a:dk2>
        <a:srgbClr val="921D87"/>
      </a:dk2>
      <a:lt2>
        <a:srgbClr val="FFB632"/>
      </a:lt2>
      <a:accent1>
        <a:srgbClr val="FFE485"/>
      </a:accent1>
      <a:accent2>
        <a:srgbClr val="BE7AF3"/>
      </a:accent2>
      <a:accent3>
        <a:srgbClr val="51127C"/>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323</Words>
  <Application>Microsoft Office PowerPoint</Application>
  <PresentationFormat>On-screen Show (16:9)</PresentationFormat>
  <Paragraphs>39</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Bebas Neue</vt:lpstr>
      <vt:lpstr>Arial</vt:lpstr>
      <vt:lpstr>Arimo</vt:lpstr>
      <vt:lpstr>Times New Roman</vt:lpstr>
      <vt:lpstr>Nunito Light</vt:lpstr>
      <vt:lpstr> Data Analysis for Business Infographics by Slidesgo</vt:lpstr>
      <vt:lpstr>Adventure works</vt:lpstr>
      <vt:lpstr>P SRIMAN PATRO PREETI NANDI RUTUJA BALASAHEB GHANDGE YALAMANDALA SAI ROHITH RAHUL THAKUR RAKSHITHA M R CHAPPARAM PENCHALA VARA PRASAD</vt:lpstr>
      <vt:lpstr>Project overview</vt:lpstr>
      <vt:lpstr>objective</vt:lpstr>
      <vt:lpstr>MODULES</vt:lpstr>
      <vt:lpstr>kpi’s used in dashboard</vt:lpstr>
      <vt:lpstr>Kpi’s</vt:lpstr>
      <vt:lpstr>Kpi’s</vt:lpstr>
      <vt:lpstr>Dashboards</vt:lpstr>
      <vt:lpstr>EXCEL DASHBOARD</vt:lpstr>
      <vt:lpstr>EXCEL DASHBOARD</vt:lpstr>
      <vt:lpstr>POWERBI DASHBOARD</vt:lpstr>
      <vt:lpstr>POWERBI DASHBOARD</vt:lpstr>
      <vt:lpstr>tableau DASHBOARD</vt:lpstr>
      <vt:lpstr>mysql queries</vt:lpstr>
      <vt:lpstr>mysql queries</vt:lpstr>
      <vt:lpstr>mysql queries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SRIMAN PATRO</cp:lastModifiedBy>
  <cp:revision>5</cp:revision>
  <dcterms:modified xsi:type="dcterms:W3CDTF">2026-01-28T11:35:32Z</dcterms:modified>
</cp:coreProperties>
</file>